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4046" r:id="rId1"/>
  </p:sldMasterIdLst>
  <p:notesMasterIdLst>
    <p:notesMasterId r:id="rId16"/>
  </p:notesMasterIdLst>
  <p:sldIdLst>
    <p:sldId id="256" r:id="rId2"/>
    <p:sldId id="257" r:id="rId3"/>
    <p:sldId id="258" r:id="rId4"/>
    <p:sldId id="272" r:id="rId5"/>
    <p:sldId id="273" r:id="rId6"/>
    <p:sldId id="259" r:id="rId7"/>
    <p:sldId id="260" r:id="rId8"/>
    <p:sldId id="261" r:id="rId9"/>
    <p:sldId id="262" r:id="rId10"/>
    <p:sldId id="264" r:id="rId11"/>
    <p:sldId id="268" r:id="rId12"/>
    <p:sldId id="275" r:id="rId13"/>
    <p:sldId id="263" r:id="rId14"/>
    <p:sldId id="271" r:id="rId15"/>
  </p:sldIdLst>
  <p:sldSz cx="9144000" cy="5143500" type="screen16x9"/>
  <p:notesSz cx="6797675" cy="9926638"/>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5F80DB-A942-4FBE-9F31-518B49777064}" v="34" dt="2026-10-04T17:02:50.2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849" autoAdjust="0"/>
  </p:normalViewPr>
  <p:slideViewPr>
    <p:cSldViewPr snapToGrid="0">
      <p:cViewPr varScale="1">
        <p:scale>
          <a:sx n="94" d="100"/>
          <a:sy n="94" d="100"/>
        </p:scale>
        <p:origin x="480" y="4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anaganti rakesh" userId="1e228f5b7d3e3e0a" providerId="LiveId" clId="{95249ABC-AD24-49B0-B55E-3D44B68EE053}"/>
    <pc:docChg chg="undo custSel modSld">
      <pc:chgData name="avanaganti rakesh" userId="1e228f5b7d3e3e0a" providerId="LiveId" clId="{95249ABC-AD24-49B0-B55E-3D44B68EE053}" dt="2026-10-04T17:02:50.203" v="581" actId="14100"/>
      <pc:docMkLst>
        <pc:docMk/>
      </pc:docMkLst>
      <pc:sldChg chg="addSp delSp modSp mod">
        <pc:chgData name="avanaganti rakesh" userId="1e228f5b7d3e3e0a" providerId="LiveId" clId="{95249ABC-AD24-49B0-B55E-3D44B68EE053}" dt="2026-10-04T17:02:50.203" v="581" actId="14100"/>
        <pc:sldMkLst>
          <pc:docMk/>
          <pc:sldMk cId="0" sldId="256"/>
        </pc:sldMkLst>
        <pc:spChg chg="add del mod">
          <ac:chgData name="avanaganti rakesh" userId="1e228f5b7d3e3e0a" providerId="LiveId" clId="{95249ABC-AD24-49B0-B55E-3D44B68EE053}" dt="2026-10-04T17:02:29.395" v="555" actId="767"/>
          <ac:spMkLst>
            <pc:docMk/>
            <pc:sldMk cId="0" sldId="256"/>
            <ac:spMk id="2" creationId="{63369CEC-0AF6-9104-C5CD-843999CDD88D}"/>
          </ac:spMkLst>
        </pc:spChg>
        <pc:spChg chg="add mod">
          <ac:chgData name="avanaganti rakesh" userId="1e228f5b7d3e3e0a" providerId="LiveId" clId="{95249ABC-AD24-49B0-B55E-3D44B68EE053}" dt="2026-10-04T17:02:27.963" v="551" actId="767"/>
          <ac:spMkLst>
            <pc:docMk/>
            <pc:sldMk cId="0" sldId="256"/>
            <ac:spMk id="3" creationId="{2F35FC15-AD2D-456F-73E9-E848BA6CAC99}"/>
          </ac:spMkLst>
        </pc:spChg>
        <pc:spChg chg="mod">
          <ac:chgData name="avanaganti rakesh" userId="1e228f5b7d3e3e0a" providerId="LiveId" clId="{95249ABC-AD24-49B0-B55E-3D44B68EE053}" dt="2026-10-04T16:53:42.982" v="207" actId="20577"/>
          <ac:spMkLst>
            <pc:docMk/>
            <pc:sldMk cId="0" sldId="256"/>
            <ac:spMk id="4" creationId="{FC6D4A48-5738-CB16-3B1E-BCA1A7E0D080}"/>
          </ac:spMkLst>
        </pc:spChg>
        <pc:spChg chg="mod">
          <ac:chgData name="avanaganti rakesh" userId="1e228f5b7d3e3e0a" providerId="LiveId" clId="{95249ABC-AD24-49B0-B55E-3D44B68EE053}" dt="2026-10-04T17:02:50.203" v="581" actId="14100"/>
          <ac:spMkLst>
            <pc:docMk/>
            <pc:sldMk cId="0" sldId="256"/>
            <ac:spMk id="2053" creationId="{1E745916-2D17-4348-D070-3831BB526A9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D5407B-62BB-9EB7-D86C-E53B0CE73C82}"/>
              </a:ext>
            </a:extLst>
          </p:cNvPr>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3" name="Date Placeholder 2">
            <a:extLst>
              <a:ext uri="{FF2B5EF4-FFF2-40B4-BE49-F238E27FC236}">
                <a16:creationId xmlns:a16="http://schemas.microsoft.com/office/drawing/2014/main" id="{EAFD7FBB-8372-8E31-81CE-DAA5C72BED52}"/>
              </a:ext>
            </a:extLst>
          </p:cNvPr>
          <p:cNvSpPr>
            <a:spLocks noGrp="1"/>
          </p:cNvSpPr>
          <p:nvPr>
            <p:ph type="dt"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extLst/>
          </a:lstStyle>
          <a:p>
            <a:pPr>
              <a:defRPr/>
            </a:pPr>
            <a:fld id="{D43ED8BF-F74B-4413-972C-E5670A49F5D8}" type="datetimeFigureOut">
              <a:rPr lang="en-US"/>
              <a:pPr>
                <a:defRPr/>
              </a:pPr>
              <a:t>10/5/2026</a:t>
            </a:fld>
            <a:endParaRPr lang="en-US" dirty="0"/>
          </a:p>
        </p:txBody>
      </p:sp>
      <p:sp>
        <p:nvSpPr>
          <p:cNvPr id="4" name="Slide Image Placeholder 3">
            <a:extLst>
              <a:ext uri="{FF2B5EF4-FFF2-40B4-BE49-F238E27FC236}">
                <a16:creationId xmlns:a16="http://schemas.microsoft.com/office/drawing/2014/main" id="{AB9A784F-B133-898D-50A4-0E855B60081A}"/>
              </a:ext>
            </a:extLst>
          </p:cNvPr>
          <p:cNvSpPr>
            <a:spLocks noGrp="1" noRot="1" noChangeAspect="1"/>
          </p:cNvSpPr>
          <p:nvPr>
            <p:ph type="sldImg" idx="2"/>
          </p:nvPr>
        </p:nvSpPr>
        <p:spPr>
          <a:xfrm>
            <a:off x="92075" y="746125"/>
            <a:ext cx="6613525" cy="3721100"/>
          </a:xfrm>
          <a:prstGeom prst="rect">
            <a:avLst/>
          </a:prstGeom>
          <a:noFill/>
          <a:ln w="12700">
            <a:solidFill>
              <a:prstClr val="black"/>
            </a:solidFill>
          </a:ln>
        </p:spPr>
        <p:txBody>
          <a:bodyPr vert="horz" lIns="95571" tIns="47786" rIns="95571" bIns="47786" rtlCol="0" anchor="ctr"/>
          <a:lstStyle/>
          <a:p>
            <a:pPr lvl="0"/>
            <a:endParaRPr lang="en-US" noProof="0" dirty="0"/>
          </a:p>
        </p:txBody>
      </p:sp>
      <p:sp>
        <p:nvSpPr>
          <p:cNvPr id="5" name="Notes Placeholder 4">
            <a:extLst>
              <a:ext uri="{FF2B5EF4-FFF2-40B4-BE49-F238E27FC236}">
                <a16:creationId xmlns:a16="http://schemas.microsoft.com/office/drawing/2014/main" id="{1D9940F9-9AF5-9B22-F893-A83FDDB8984B}"/>
              </a:ext>
            </a:extLst>
          </p:cNvPr>
          <p:cNvSpPr>
            <a:spLocks noGrp="1"/>
          </p:cNvSpPr>
          <p:nvPr>
            <p:ph type="body" sz="quarter" idx="3"/>
          </p:nvPr>
        </p:nvSpPr>
        <p:spPr>
          <a:xfrm>
            <a:off x="679450" y="4714875"/>
            <a:ext cx="5438775" cy="4465638"/>
          </a:xfrm>
          <a:prstGeom prst="rect">
            <a:avLst/>
          </a:prstGeom>
        </p:spPr>
        <p:txBody>
          <a:bodyPr vert="horz" lIns="95571" tIns="47786" rIns="95571" bIns="47786"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8B64D307-BAC5-F2A5-55F6-F1F780765CE3}"/>
              </a:ext>
            </a:extLst>
          </p:cNvPr>
          <p:cNvSpPr>
            <a:spLocks noGrp="1"/>
          </p:cNvSpPr>
          <p:nvPr>
            <p:ph type="ftr" sz="quarter" idx="4"/>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7" name="Slide Number Placeholder 6">
            <a:extLst>
              <a:ext uri="{FF2B5EF4-FFF2-40B4-BE49-F238E27FC236}">
                <a16:creationId xmlns:a16="http://schemas.microsoft.com/office/drawing/2014/main" id="{597C427B-B809-6E5D-3976-506DF43C1239}"/>
              </a:ext>
            </a:extLst>
          </p:cNvPr>
          <p:cNvSpPr>
            <a:spLocks noGrp="1"/>
          </p:cNvSpPr>
          <p:nvPr>
            <p:ph type="sldNum" sz="quarter" idx="5"/>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a:defRPr sz="1300">
                <a:latin typeface="Calibri" panose="020F0502020204030204" pitchFamily="34" charset="0"/>
              </a:defRPr>
            </a:lvl1pPr>
          </a:lstStyle>
          <a:p>
            <a:fld id="{1407ADAC-F7B6-4EC6-AF4A-009C7CDDD4AD}"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a:extLst>
              <a:ext uri="{FF2B5EF4-FFF2-40B4-BE49-F238E27FC236}">
                <a16:creationId xmlns:a16="http://schemas.microsoft.com/office/drawing/2014/main" id="{FC597931-C9CE-D238-C9FD-44F131F0AD2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Rectangle 2">
            <a:extLst>
              <a:ext uri="{FF2B5EF4-FFF2-40B4-BE49-F238E27FC236}">
                <a16:creationId xmlns:a16="http://schemas.microsoft.com/office/drawing/2014/main" id="{AC1466C9-BCC1-9427-57C1-67DA7AA60AE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388" name="Rectangle 3">
            <a:extLst>
              <a:ext uri="{FF2B5EF4-FFF2-40B4-BE49-F238E27FC236}">
                <a16:creationId xmlns:a16="http://schemas.microsoft.com/office/drawing/2014/main" id="{BB0E5648-4215-316F-A9D1-728631F5895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42E7F2C-3C6D-47CC-BFB5-7D73F732B8D7}" type="slidenum">
              <a:rPr lang="en-US" altLang="en-US">
                <a:latin typeface="Calibri" panose="020F0502020204030204" pitchFamily="34" charset="0"/>
              </a:rPr>
              <a:pPr eaLnBrk="1" hangingPunct="1"/>
              <a:t>2</a:t>
            </a:fld>
            <a:endParaRPr lang="en-US" altLang="en-US">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endParaRPr lang="en-IN"/>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BED2C4E-A82C-F359-4A8F-71F48B9D51C1}"/>
              </a:ext>
            </a:extLst>
          </p:cNvPr>
          <p:cNvSpPr>
            <a:spLocks noGrp="1"/>
          </p:cNvSpPr>
          <p:nvPr>
            <p:ph type="dt" sz="half" idx="10"/>
          </p:nvPr>
        </p:nvSpPr>
        <p:spPr/>
        <p:txBody>
          <a:bodyPr/>
          <a:lstStyle>
            <a:lvl1pPr>
              <a:defRPr/>
            </a:lvl1pPr>
          </a:lstStyle>
          <a:p>
            <a:pPr>
              <a:defRPr/>
            </a:pPr>
            <a:fld id="{16FC94B8-0186-488B-9501-C2553DD71560}" type="datetime3">
              <a:rPr lang="en-US"/>
              <a:pPr>
                <a:defRPr/>
              </a:pPr>
              <a:t>5 October 2026</a:t>
            </a:fld>
            <a:endParaRPr lang="en-US" dirty="0"/>
          </a:p>
        </p:txBody>
      </p:sp>
      <p:sp>
        <p:nvSpPr>
          <p:cNvPr id="5" name="Footer Placeholder 4">
            <a:extLst>
              <a:ext uri="{FF2B5EF4-FFF2-40B4-BE49-F238E27FC236}">
                <a16:creationId xmlns:a16="http://schemas.microsoft.com/office/drawing/2014/main" id="{2EDAE3AF-F70F-9397-95A3-474A75F8FF69}"/>
              </a:ext>
            </a:extLst>
          </p:cNvPr>
          <p:cNvSpPr>
            <a:spLocks noGrp="1"/>
          </p:cNvSpPr>
          <p:nvPr>
            <p:ph type="ftr" sz="quarter" idx="11"/>
          </p:nvPr>
        </p:nvSpPr>
        <p:spPr/>
        <p:txBody>
          <a:bodyPr/>
          <a:lstStyle>
            <a:lvl1pPr>
              <a:defRPr/>
            </a:lvl1pPr>
          </a:lstStyle>
          <a:p>
            <a:pPr>
              <a:defRPr/>
            </a:pPr>
            <a:r>
              <a:rPr lang="en-US"/>
              <a:t>BATCH NO:          DEPARTMENT OF COMPUTER SCIENCE &amp; ENGINEERING </a:t>
            </a:r>
            <a:endParaRPr lang="en-US" dirty="0"/>
          </a:p>
        </p:txBody>
      </p:sp>
      <p:sp>
        <p:nvSpPr>
          <p:cNvPr id="6" name="Slide Number Placeholder 5">
            <a:extLst>
              <a:ext uri="{FF2B5EF4-FFF2-40B4-BE49-F238E27FC236}">
                <a16:creationId xmlns:a16="http://schemas.microsoft.com/office/drawing/2014/main" id="{863C1D8F-ED25-6221-EE9B-2B9D93BE4344}"/>
              </a:ext>
            </a:extLst>
          </p:cNvPr>
          <p:cNvSpPr>
            <a:spLocks noGrp="1"/>
          </p:cNvSpPr>
          <p:nvPr>
            <p:ph type="sldNum" sz="quarter" idx="12"/>
          </p:nvPr>
        </p:nvSpPr>
        <p:spPr/>
        <p:txBody>
          <a:bodyPr/>
          <a:lstStyle>
            <a:lvl1pPr>
              <a:defRPr/>
            </a:lvl1pPr>
          </a:lstStyle>
          <a:p>
            <a:fld id="{D8322EC7-124D-48A6-A09B-F8D8D385798C}" type="slidenum">
              <a:rPr lang="en-US" altLang="en-US"/>
              <a:pPr/>
              <a:t>‹#›</a:t>
            </a:fld>
            <a:endParaRPr lang="en-US" altLang="en-US"/>
          </a:p>
        </p:txBody>
      </p:sp>
    </p:spTree>
    <p:extLst>
      <p:ext uri="{BB962C8B-B14F-4D97-AF65-F5344CB8AC3E}">
        <p14:creationId xmlns:p14="http://schemas.microsoft.com/office/powerpoint/2010/main" val="614667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7B4F8C-A403-0F78-45B5-DA8FFCD2021C}"/>
              </a:ext>
            </a:extLst>
          </p:cNvPr>
          <p:cNvSpPr>
            <a:spLocks noGrp="1"/>
          </p:cNvSpPr>
          <p:nvPr>
            <p:ph type="dt" sz="half" idx="10"/>
          </p:nvPr>
        </p:nvSpPr>
        <p:spPr/>
        <p:txBody>
          <a:bodyPr/>
          <a:lstStyle>
            <a:lvl1pPr>
              <a:defRPr/>
            </a:lvl1pPr>
          </a:lstStyle>
          <a:p>
            <a:pPr>
              <a:defRPr/>
            </a:pPr>
            <a:fld id="{9D5E6C17-6288-4A8D-8C25-6DC58D691AEC}" type="datetime3">
              <a:rPr lang="en-US"/>
              <a:pPr>
                <a:defRPr/>
              </a:pPr>
              <a:t>5 October 2026</a:t>
            </a:fld>
            <a:endParaRPr lang="en-US" dirty="0"/>
          </a:p>
        </p:txBody>
      </p:sp>
      <p:sp>
        <p:nvSpPr>
          <p:cNvPr id="5" name="Footer Placeholder 4">
            <a:extLst>
              <a:ext uri="{FF2B5EF4-FFF2-40B4-BE49-F238E27FC236}">
                <a16:creationId xmlns:a16="http://schemas.microsoft.com/office/drawing/2014/main" id="{09D36C28-3077-540D-D2CC-E09C68F4589A}"/>
              </a:ext>
            </a:extLst>
          </p:cNvPr>
          <p:cNvSpPr>
            <a:spLocks noGrp="1"/>
          </p:cNvSpPr>
          <p:nvPr>
            <p:ph type="ftr" sz="quarter" idx="11"/>
          </p:nvPr>
        </p:nvSpPr>
        <p:spPr/>
        <p:txBody>
          <a:bodyPr/>
          <a:lstStyle>
            <a:lvl1pPr>
              <a:defRPr/>
            </a:lvl1pPr>
          </a:lstStyle>
          <a:p>
            <a:pPr>
              <a:defRPr/>
            </a:pPr>
            <a:r>
              <a:rPr lang="en-US"/>
              <a:t>BATCH NO:          DEPARTMENT OF COMPUTER SCIENCE &amp; ENGINEERING </a:t>
            </a:r>
            <a:endParaRPr lang="en-US" dirty="0"/>
          </a:p>
        </p:txBody>
      </p:sp>
      <p:sp>
        <p:nvSpPr>
          <p:cNvPr id="6" name="Slide Number Placeholder 5">
            <a:extLst>
              <a:ext uri="{FF2B5EF4-FFF2-40B4-BE49-F238E27FC236}">
                <a16:creationId xmlns:a16="http://schemas.microsoft.com/office/drawing/2014/main" id="{8BBFF6F9-570D-BC99-C2E8-DF2F9FA696AB}"/>
              </a:ext>
            </a:extLst>
          </p:cNvPr>
          <p:cNvSpPr>
            <a:spLocks noGrp="1"/>
          </p:cNvSpPr>
          <p:nvPr>
            <p:ph type="sldNum" sz="quarter" idx="12"/>
          </p:nvPr>
        </p:nvSpPr>
        <p:spPr/>
        <p:txBody>
          <a:bodyPr/>
          <a:lstStyle>
            <a:lvl1pPr>
              <a:defRPr/>
            </a:lvl1pPr>
          </a:lstStyle>
          <a:p>
            <a:fld id="{DC83F9C4-5E1C-49E5-9CD4-367E01F535B1}" type="slidenum">
              <a:rPr lang="en-US" altLang="en-US"/>
              <a:pPr/>
              <a:t>‹#›</a:t>
            </a:fld>
            <a:endParaRPr lang="en-US" altLang="en-US"/>
          </a:p>
        </p:txBody>
      </p:sp>
    </p:spTree>
    <p:extLst>
      <p:ext uri="{BB962C8B-B14F-4D97-AF65-F5344CB8AC3E}">
        <p14:creationId xmlns:p14="http://schemas.microsoft.com/office/powerpoint/2010/main" val="3301442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4AD6A1-941D-C5A8-3456-A01CC9574ECF}"/>
              </a:ext>
            </a:extLst>
          </p:cNvPr>
          <p:cNvSpPr>
            <a:spLocks noGrp="1"/>
          </p:cNvSpPr>
          <p:nvPr>
            <p:ph type="dt" sz="half" idx="10"/>
          </p:nvPr>
        </p:nvSpPr>
        <p:spPr/>
        <p:txBody>
          <a:bodyPr/>
          <a:lstStyle>
            <a:lvl1pPr>
              <a:defRPr/>
            </a:lvl1pPr>
          </a:lstStyle>
          <a:p>
            <a:pPr>
              <a:defRPr/>
            </a:pPr>
            <a:fld id="{C7515693-143E-4918-B9AC-E4CD9CDC4523}" type="datetime3">
              <a:rPr lang="en-US"/>
              <a:pPr>
                <a:defRPr/>
              </a:pPr>
              <a:t>5 October 2026</a:t>
            </a:fld>
            <a:endParaRPr lang="en-US" dirty="0"/>
          </a:p>
        </p:txBody>
      </p:sp>
      <p:sp>
        <p:nvSpPr>
          <p:cNvPr id="5" name="Footer Placeholder 4">
            <a:extLst>
              <a:ext uri="{FF2B5EF4-FFF2-40B4-BE49-F238E27FC236}">
                <a16:creationId xmlns:a16="http://schemas.microsoft.com/office/drawing/2014/main" id="{EAC82797-82ED-C18B-5D49-A707D8A1A84C}"/>
              </a:ext>
            </a:extLst>
          </p:cNvPr>
          <p:cNvSpPr>
            <a:spLocks noGrp="1"/>
          </p:cNvSpPr>
          <p:nvPr>
            <p:ph type="ftr" sz="quarter" idx="11"/>
          </p:nvPr>
        </p:nvSpPr>
        <p:spPr/>
        <p:txBody>
          <a:bodyPr/>
          <a:lstStyle>
            <a:lvl1pPr>
              <a:defRPr/>
            </a:lvl1pPr>
          </a:lstStyle>
          <a:p>
            <a:pPr>
              <a:defRPr/>
            </a:pPr>
            <a:r>
              <a:rPr lang="en-US"/>
              <a:t>BATCH NO:          DEPARTMENT OF COMPUTER SCIENCE &amp; ENGINEERING </a:t>
            </a:r>
            <a:endParaRPr lang="en-US" dirty="0"/>
          </a:p>
        </p:txBody>
      </p:sp>
      <p:sp>
        <p:nvSpPr>
          <p:cNvPr id="6" name="Slide Number Placeholder 5">
            <a:extLst>
              <a:ext uri="{FF2B5EF4-FFF2-40B4-BE49-F238E27FC236}">
                <a16:creationId xmlns:a16="http://schemas.microsoft.com/office/drawing/2014/main" id="{9F903E3D-0479-15C0-F021-B421EA920260}"/>
              </a:ext>
            </a:extLst>
          </p:cNvPr>
          <p:cNvSpPr>
            <a:spLocks noGrp="1"/>
          </p:cNvSpPr>
          <p:nvPr>
            <p:ph type="sldNum" sz="quarter" idx="12"/>
          </p:nvPr>
        </p:nvSpPr>
        <p:spPr/>
        <p:txBody>
          <a:bodyPr/>
          <a:lstStyle>
            <a:lvl1pPr>
              <a:defRPr/>
            </a:lvl1pPr>
          </a:lstStyle>
          <a:p>
            <a:fld id="{FEF3FE02-B747-48A8-8312-6CF3AF45AF45}" type="slidenum">
              <a:rPr lang="en-US" altLang="en-US"/>
              <a:pPr/>
              <a:t>‹#›</a:t>
            </a:fld>
            <a:endParaRPr lang="en-US" altLang="en-US"/>
          </a:p>
        </p:txBody>
      </p:sp>
    </p:spTree>
    <p:extLst>
      <p:ext uri="{BB962C8B-B14F-4D97-AF65-F5344CB8AC3E}">
        <p14:creationId xmlns:p14="http://schemas.microsoft.com/office/powerpoint/2010/main" val="715038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900115"/>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900115"/>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9759F0CA-BB95-9614-B8A8-AAFCCC1253CA}"/>
              </a:ext>
            </a:extLst>
          </p:cNvPr>
          <p:cNvSpPr>
            <a:spLocks noGrp="1"/>
          </p:cNvSpPr>
          <p:nvPr>
            <p:ph type="dt" sz="half" idx="10"/>
          </p:nvPr>
        </p:nvSpPr>
        <p:spPr/>
        <p:txBody>
          <a:bodyPr/>
          <a:lstStyle>
            <a:lvl1pPr>
              <a:defRPr/>
            </a:lvl1pPr>
          </a:lstStyle>
          <a:p>
            <a:pPr>
              <a:defRPr/>
            </a:pPr>
            <a:fld id="{29D5F006-7A9B-47C6-96F1-B343DD82B9FD}" type="datetime3">
              <a:rPr lang="en-US"/>
              <a:pPr>
                <a:defRPr/>
              </a:pPr>
              <a:t>5 October 2026</a:t>
            </a:fld>
            <a:endParaRPr lang="en-US" dirty="0"/>
          </a:p>
        </p:txBody>
      </p:sp>
      <p:sp>
        <p:nvSpPr>
          <p:cNvPr id="6" name="Footer Placeholder 4">
            <a:extLst>
              <a:ext uri="{FF2B5EF4-FFF2-40B4-BE49-F238E27FC236}">
                <a16:creationId xmlns:a16="http://schemas.microsoft.com/office/drawing/2014/main" id="{F0A2D934-20AA-25A4-095A-1F38A8D07915}"/>
              </a:ext>
            </a:extLst>
          </p:cNvPr>
          <p:cNvSpPr>
            <a:spLocks noGrp="1"/>
          </p:cNvSpPr>
          <p:nvPr>
            <p:ph type="ftr" sz="quarter" idx="11"/>
          </p:nvPr>
        </p:nvSpPr>
        <p:spPr/>
        <p:txBody>
          <a:bodyPr/>
          <a:lstStyle>
            <a:lvl1pPr>
              <a:defRPr/>
            </a:lvl1pPr>
          </a:lstStyle>
          <a:p>
            <a:pPr>
              <a:defRPr/>
            </a:pPr>
            <a:r>
              <a:rPr lang="en-US"/>
              <a:t>BATCH NO:          DEPARTMENT OF COMPUTER SCIENCE &amp; ENGINEERING </a:t>
            </a:r>
            <a:endParaRPr lang="en-US" dirty="0"/>
          </a:p>
        </p:txBody>
      </p:sp>
      <p:sp>
        <p:nvSpPr>
          <p:cNvPr id="7" name="Slide Number Placeholder 5">
            <a:extLst>
              <a:ext uri="{FF2B5EF4-FFF2-40B4-BE49-F238E27FC236}">
                <a16:creationId xmlns:a16="http://schemas.microsoft.com/office/drawing/2014/main" id="{8A863F0F-EDAD-8C17-E90E-328BBF39A199}"/>
              </a:ext>
            </a:extLst>
          </p:cNvPr>
          <p:cNvSpPr>
            <a:spLocks noGrp="1"/>
          </p:cNvSpPr>
          <p:nvPr>
            <p:ph type="sldNum" sz="quarter" idx="12"/>
          </p:nvPr>
        </p:nvSpPr>
        <p:spPr/>
        <p:txBody>
          <a:bodyPr/>
          <a:lstStyle>
            <a:lvl1pPr>
              <a:defRPr/>
            </a:lvl1pPr>
          </a:lstStyle>
          <a:p>
            <a:fld id="{4D871E2A-1762-42F3-BA40-63C337DA8AFE}" type="slidenum">
              <a:rPr lang="en-US" altLang="en-US"/>
              <a:pPr/>
              <a:t>‹#›</a:t>
            </a:fld>
            <a:endParaRPr lang="en-US" altLang="en-US"/>
          </a:p>
        </p:txBody>
      </p:sp>
    </p:spTree>
    <p:extLst>
      <p:ext uri="{BB962C8B-B14F-4D97-AF65-F5344CB8AC3E}">
        <p14:creationId xmlns:p14="http://schemas.microsoft.com/office/powerpoint/2010/main" val="174484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32"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2"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D81B204E-A102-5D66-A6AB-CB3866C47D36}"/>
              </a:ext>
            </a:extLst>
          </p:cNvPr>
          <p:cNvSpPr>
            <a:spLocks noGrp="1"/>
          </p:cNvSpPr>
          <p:nvPr>
            <p:ph type="dt" sz="half" idx="10"/>
          </p:nvPr>
        </p:nvSpPr>
        <p:spPr/>
        <p:txBody>
          <a:bodyPr/>
          <a:lstStyle>
            <a:lvl1pPr>
              <a:defRPr/>
            </a:lvl1pPr>
          </a:lstStyle>
          <a:p>
            <a:pPr>
              <a:defRPr/>
            </a:pPr>
            <a:fld id="{079F1973-F91D-49C6-A77C-976716964A43}" type="datetime3">
              <a:rPr lang="en-US"/>
              <a:pPr>
                <a:defRPr/>
              </a:pPr>
              <a:t>5 October 2026</a:t>
            </a:fld>
            <a:endParaRPr lang="en-US" dirty="0"/>
          </a:p>
        </p:txBody>
      </p:sp>
      <p:sp>
        <p:nvSpPr>
          <p:cNvPr id="8" name="Footer Placeholder 4">
            <a:extLst>
              <a:ext uri="{FF2B5EF4-FFF2-40B4-BE49-F238E27FC236}">
                <a16:creationId xmlns:a16="http://schemas.microsoft.com/office/drawing/2014/main" id="{6D2FFFAF-1694-B300-A5FE-D868134D0603}"/>
              </a:ext>
            </a:extLst>
          </p:cNvPr>
          <p:cNvSpPr>
            <a:spLocks noGrp="1"/>
          </p:cNvSpPr>
          <p:nvPr>
            <p:ph type="ftr" sz="quarter" idx="11"/>
          </p:nvPr>
        </p:nvSpPr>
        <p:spPr/>
        <p:txBody>
          <a:bodyPr/>
          <a:lstStyle>
            <a:lvl1pPr>
              <a:defRPr/>
            </a:lvl1pPr>
          </a:lstStyle>
          <a:p>
            <a:pPr>
              <a:defRPr/>
            </a:pPr>
            <a:r>
              <a:rPr lang="en-US"/>
              <a:t>BATCH NO:          DEPARTMENT OF COMPUTER SCIENCE &amp; ENGINEERING </a:t>
            </a:r>
            <a:endParaRPr lang="en-US" dirty="0"/>
          </a:p>
        </p:txBody>
      </p:sp>
      <p:sp>
        <p:nvSpPr>
          <p:cNvPr id="9" name="Slide Number Placeholder 5">
            <a:extLst>
              <a:ext uri="{FF2B5EF4-FFF2-40B4-BE49-F238E27FC236}">
                <a16:creationId xmlns:a16="http://schemas.microsoft.com/office/drawing/2014/main" id="{6CBB3CF4-AE98-DD17-6FFD-FA28D0EF0853}"/>
              </a:ext>
            </a:extLst>
          </p:cNvPr>
          <p:cNvSpPr>
            <a:spLocks noGrp="1"/>
          </p:cNvSpPr>
          <p:nvPr>
            <p:ph type="sldNum" sz="quarter" idx="12"/>
          </p:nvPr>
        </p:nvSpPr>
        <p:spPr/>
        <p:txBody>
          <a:bodyPr/>
          <a:lstStyle>
            <a:lvl1pPr>
              <a:defRPr/>
            </a:lvl1pPr>
          </a:lstStyle>
          <a:p>
            <a:fld id="{D127F59F-EC45-47E6-AC6A-8A782E836B1C}" type="slidenum">
              <a:rPr lang="en-US" altLang="en-US"/>
              <a:pPr/>
              <a:t>‹#›</a:t>
            </a:fld>
            <a:endParaRPr lang="en-US" altLang="en-US"/>
          </a:p>
        </p:txBody>
      </p:sp>
    </p:spTree>
    <p:extLst>
      <p:ext uri="{BB962C8B-B14F-4D97-AF65-F5344CB8AC3E}">
        <p14:creationId xmlns:p14="http://schemas.microsoft.com/office/powerpoint/2010/main" val="2578881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AB6D3E75-F6DC-8AAE-C5B4-4806FFACA965}"/>
              </a:ext>
            </a:extLst>
          </p:cNvPr>
          <p:cNvSpPr>
            <a:spLocks noGrp="1"/>
          </p:cNvSpPr>
          <p:nvPr>
            <p:ph type="dt" sz="half" idx="10"/>
          </p:nvPr>
        </p:nvSpPr>
        <p:spPr/>
        <p:txBody>
          <a:bodyPr/>
          <a:lstStyle>
            <a:lvl1pPr>
              <a:defRPr/>
            </a:lvl1pPr>
          </a:lstStyle>
          <a:p>
            <a:pPr>
              <a:defRPr/>
            </a:pPr>
            <a:fld id="{A436BB6D-8B47-4439-B85E-4BE311223156}" type="datetime3">
              <a:rPr lang="en-US"/>
              <a:pPr>
                <a:defRPr/>
              </a:pPr>
              <a:t>5 October 2026</a:t>
            </a:fld>
            <a:endParaRPr lang="en-US" dirty="0"/>
          </a:p>
        </p:txBody>
      </p:sp>
      <p:sp>
        <p:nvSpPr>
          <p:cNvPr id="4" name="Footer Placeholder 4">
            <a:extLst>
              <a:ext uri="{FF2B5EF4-FFF2-40B4-BE49-F238E27FC236}">
                <a16:creationId xmlns:a16="http://schemas.microsoft.com/office/drawing/2014/main" id="{0849E3C5-DBA0-BC3D-DEB9-E9ABA98B137D}"/>
              </a:ext>
            </a:extLst>
          </p:cNvPr>
          <p:cNvSpPr>
            <a:spLocks noGrp="1"/>
          </p:cNvSpPr>
          <p:nvPr>
            <p:ph type="ftr" sz="quarter" idx="11"/>
          </p:nvPr>
        </p:nvSpPr>
        <p:spPr/>
        <p:txBody>
          <a:bodyPr/>
          <a:lstStyle>
            <a:lvl1pPr>
              <a:defRPr/>
            </a:lvl1pPr>
          </a:lstStyle>
          <a:p>
            <a:pPr>
              <a:defRPr/>
            </a:pPr>
            <a:r>
              <a:rPr lang="en-US"/>
              <a:t>BATCH NO:          DEPARTMENT OF COMPUTER SCIENCE &amp; ENGINEERING </a:t>
            </a:r>
            <a:endParaRPr lang="en-US" dirty="0"/>
          </a:p>
        </p:txBody>
      </p:sp>
      <p:sp>
        <p:nvSpPr>
          <p:cNvPr id="5" name="Slide Number Placeholder 5">
            <a:extLst>
              <a:ext uri="{FF2B5EF4-FFF2-40B4-BE49-F238E27FC236}">
                <a16:creationId xmlns:a16="http://schemas.microsoft.com/office/drawing/2014/main" id="{C95419D4-229F-C847-84AC-487F4268BBEB}"/>
              </a:ext>
            </a:extLst>
          </p:cNvPr>
          <p:cNvSpPr>
            <a:spLocks noGrp="1"/>
          </p:cNvSpPr>
          <p:nvPr>
            <p:ph type="sldNum" sz="quarter" idx="12"/>
          </p:nvPr>
        </p:nvSpPr>
        <p:spPr/>
        <p:txBody>
          <a:bodyPr/>
          <a:lstStyle>
            <a:lvl1pPr>
              <a:defRPr/>
            </a:lvl1pPr>
          </a:lstStyle>
          <a:p>
            <a:fld id="{8BE9D016-20F0-48A2-AC0B-42AE83AA1632}" type="slidenum">
              <a:rPr lang="en-US" altLang="en-US"/>
              <a:pPr/>
              <a:t>‹#›</a:t>
            </a:fld>
            <a:endParaRPr lang="en-US" altLang="en-US"/>
          </a:p>
        </p:txBody>
      </p:sp>
    </p:spTree>
    <p:extLst>
      <p:ext uri="{BB962C8B-B14F-4D97-AF65-F5344CB8AC3E}">
        <p14:creationId xmlns:p14="http://schemas.microsoft.com/office/powerpoint/2010/main" val="473170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597F286-C775-42D9-4AD1-3618959FCB06}"/>
              </a:ext>
            </a:extLst>
          </p:cNvPr>
          <p:cNvSpPr>
            <a:spLocks noGrp="1"/>
          </p:cNvSpPr>
          <p:nvPr>
            <p:ph type="dt" sz="half" idx="10"/>
          </p:nvPr>
        </p:nvSpPr>
        <p:spPr/>
        <p:txBody>
          <a:bodyPr/>
          <a:lstStyle>
            <a:lvl1pPr>
              <a:defRPr/>
            </a:lvl1pPr>
          </a:lstStyle>
          <a:p>
            <a:pPr>
              <a:defRPr/>
            </a:pPr>
            <a:fld id="{C49B7835-F795-4624-819C-FE950E94E724}" type="datetime3">
              <a:rPr lang="en-US"/>
              <a:pPr>
                <a:defRPr/>
              </a:pPr>
              <a:t>5 October 2026</a:t>
            </a:fld>
            <a:endParaRPr lang="en-US" dirty="0"/>
          </a:p>
        </p:txBody>
      </p:sp>
      <p:sp>
        <p:nvSpPr>
          <p:cNvPr id="3" name="Footer Placeholder 4">
            <a:extLst>
              <a:ext uri="{FF2B5EF4-FFF2-40B4-BE49-F238E27FC236}">
                <a16:creationId xmlns:a16="http://schemas.microsoft.com/office/drawing/2014/main" id="{1C1E3704-032E-D8B5-BEBA-84B9464D2B32}"/>
              </a:ext>
            </a:extLst>
          </p:cNvPr>
          <p:cNvSpPr>
            <a:spLocks noGrp="1"/>
          </p:cNvSpPr>
          <p:nvPr>
            <p:ph type="ftr" sz="quarter" idx="11"/>
          </p:nvPr>
        </p:nvSpPr>
        <p:spPr/>
        <p:txBody>
          <a:bodyPr/>
          <a:lstStyle>
            <a:lvl1pPr>
              <a:defRPr/>
            </a:lvl1pPr>
          </a:lstStyle>
          <a:p>
            <a:pPr>
              <a:defRPr/>
            </a:pPr>
            <a:r>
              <a:rPr lang="en-US"/>
              <a:t>BATCH NO:          DEPARTMENT OF COMPUTER SCIENCE &amp; ENGINEERING </a:t>
            </a:r>
            <a:endParaRPr lang="en-US" dirty="0"/>
          </a:p>
        </p:txBody>
      </p:sp>
      <p:sp>
        <p:nvSpPr>
          <p:cNvPr id="4" name="Slide Number Placeholder 5">
            <a:extLst>
              <a:ext uri="{FF2B5EF4-FFF2-40B4-BE49-F238E27FC236}">
                <a16:creationId xmlns:a16="http://schemas.microsoft.com/office/drawing/2014/main" id="{41EA269B-BFA2-57B9-6DDC-16E20A85B0D2}"/>
              </a:ext>
            </a:extLst>
          </p:cNvPr>
          <p:cNvSpPr>
            <a:spLocks noGrp="1"/>
          </p:cNvSpPr>
          <p:nvPr>
            <p:ph type="sldNum" sz="quarter" idx="12"/>
          </p:nvPr>
        </p:nvSpPr>
        <p:spPr/>
        <p:txBody>
          <a:bodyPr/>
          <a:lstStyle>
            <a:lvl1pPr>
              <a:defRPr/>
            </a:lvl1pPr>
          </a:lstStyle>
          <a:p>
            <a:fld id="{0C3313C4-DEB4-4CCF-86AE-3D5475050510}" type="slidenum">
              <a:rPr lang="en-US" altLang="en-US"/>
              <a:pPr/>
              <a:t>‹#›</a:t>
            </a:fld>
            <a:endParaRPr lang="en-US" altLang="en-US"/>
          </a:p>
        </p:txBody>
      </p:sp>
    </p:spTree>
    <p:extLst>
      <p:ext uri="{BB962C8B-B14F-4D97-AF65-F5344CB8AC3E}">
        <p14:creationId xmlns:p14="http://schemas.microsoft.com/office/powerpoint/2010/main" val="109218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7" y="204787"/>
            <a:ext cx="3008313" cy="871538"/>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04791"/>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7"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DD991F59-65BB-54A1-0148-11887DCBCCA4}"/>
              </a:ext>
            </a:extLst>
          </p:cNvPr>
          <p:cNvSpPr>
            <a:spLocks noGrp="1"/>
          </p:cNvSpPr>
          <p:nvPr>
            <p:ph type="dt" sz="half" idx="10"/>
          </p:nvPr>
        </p:nvSpPr>
        <p:spPr/>
        <p:txBody>
          <a:bodyPr/>
          <a:lstStyle>
            <a:lvl1pPr>
              <a:defRPr/>
            </a:lvl1pPr>
          </a:lstStyle>
          <a:p>
            <a:pPr>
              <a:defRPr/>
            </a:pPr>
            <a:fld id="{7B8661C0-F828-488E-B634-D137547747D2}" type="datetime3">
              <a:rPr lang="en-US"/>
              <a:pPr>
                <a:defRPr/>
              </a:pPr>
              <a:t>5 October 2026</a:t>
            </a:fld>
            <a:endParaRPr lang="en-US" dirty="0"/>
          </a:p>
        </p:txBody>
      </p:sp>
      <p:sp>
        <p:nvSpPr>
          <p:cNvPr id="6" name="Footer Placeholder 4">
            <a:extLst>
              <a:ext uri="{FF2B5EF4-FFF2-40B4-BE49-F238E27FC236}">
                <a16:creationId xmlns:a16="http://schemas.microsoft.com/office/drawing/2014/main" id="{0E7700CF-4D43-00AD-057E-952F51BD5194}"/>
              </a:ext>
            </a:extLst>
          </p:cNvPr>
          <p:cNvSpPr>
            <a:spLocks noGrp="1"/>
          </p:cNvSpPr>
          <p:nvPr>
            <p:ph type="ftr" sz="quarter" idx="11"/>
          </p:nvPr>
        </p:nvSpPr>
        <p:spPr/>
        <p:txBody>
          <a:bodyPr/>
          <a:lstStyle>
            <a:lvl1pPr>
              <a:defRPr/>
            </a:lvl1pPr>
          </a:lstStyle>
          <a:p>
            <a:pPr>
              <a:defRPr/>
            </a:pPr>
            <a:r>
              <a:rPr lang="en-US"/>
              <a:t>BATCH NO:          DEPARTMENT OF COMPUTER SCIENCE &amp; ENGINEERING </a:t>
            </a:r>
            <a:endParaRPr lang="en-US" dirty="0"/>
          </a:p>
        </p:txBody>
      </p:sp>
      <p:sp>
        <p:nvSpPr>
          <p:cNvPr id="7" name="Slide Number Placeholder 5">
            <a:extLst>
              <a:ext uri="{FF2B5EF4-FFF2-40B4-BE49-F238E27FC236}">
                <a16:creationId xmlns:a16="http://schemas.microsoft.com/office/drawing/2014/main" id="{9B13BA07-98D1-41C1-2630-80FE8947F4E1}"/>
              </a:ext>
            </a:extLst>
          </p:cNvPr>
          <p:cNvSpPr>
            <a:spLocks noGrp="1"/>
          </p:cNvSpPr>
          <p:nvPr>
            <p:ph type="sldNum" sz="quarter" idx="12"/>
          </p:nvPr>
        </p:nvSpPr>
        <p:spPr/>
        <p:txBody>
          <a:bodyPr/>
          <a:lstStyle>
            <a:lvl1pPr>
              <a:defRPr/>
            </a:lvl1pPr>
          </a:lstStyle>
          <a:p>
            <a:fld id="{FB63BC96-F507-4861-BD8A-97AAABE10C9D}" type="slidenum">
              <a:rPr lang="en-US" altLang="en-US"/>
              <a:pPr/>
              <a:t>‹#›</a:t>
            </a:fld>
            <a:endParaRPr lang="en-US" altLang="en-US"/>
          </a:p>
        </p:txBody>
      </p:sp>
    </p:spTree>
    <p:extLst>
      <p:ext uri="{BB962C8B-B14F-4D97-AF65-F5344CB8AC3E}">
        <p14:creationId xmlns:p14="http://schemas.microsoft.com/office/powerpoint/2010/main" val="323923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4025506"/>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3F263C7-4563-7AD2-D734-C616FFD3B8AF}"/>
              </a:ext>
            </a:extLst>
          </p:cNvPr>
          <p:cNvSpPr>
            <a:spLocks noGrp="1"/>
          </p:cNvSpPr>
          <p:nvPr>
            <p:ph type="dt" sz="half" idx="10"/>
          </p:nvPr>
        </p:nvSpPr>
        <p:spPr/>
        <p:txBody>
          <a:bodyPr/>
          <a:lstStyle>
            <a:lvl1pPr>
              <a:defRPr/>
            </a:lvl1pPr>
          </a:lstStyle>
          <a:p>
            <a:pPr>
              <a:defRPr/>
            </a:pPr>
            <a:fld id="{86F42E0D-8AED-451A-965B-284D4A345AAA}" type="datetime3">
              <a:rPr lang="en-US"/>
              <a:pPr>
                <a:defRPr/>
              </a:pPr>
              <a:t>5 October 2026</a:t>
            </a:fld>
            <a:endParaRPr lang="en-US" dirty="0"/>
          </a:p>
        </p:txBody>
      </p:sp>
      <p:sp>
        <p:nvSpPr>
          <p:cNvPr id="6" name="Footer Placeholder 4">
            <a:extLst>
              <a:ext uri="{FF2B5EF4-FFF2-40B4-BE49-F238E27FC236}">
                <a16:creationId xmlns:a16="http://schemas.microsoft.com/office/drawing/2014/main" id="{5F42B311-40A4-4174-CDE6-70CEC0D2D035}"/>
              </a:ext>
            </a:extLst>
          </p:cNvPr>
          <p:cNvSpPr>
            <a:spLocks noGrp="1"/>
          </p:cNvSpPr>
          <p:nvPr>
            <p:ph type="ftr" sz="quarter" idx="11"/>
          </p:nvPr>
        </p:nvSpPr>
        <p:spPr/>
        <p:txBody>
          <a:bodyPr/>
          <a:lstStyle>
            <a:lvl1pPr>
              <a:defRPr/>
            </a:lvl1pPr>
          </a:lstStyle>
          <a:p>
            <a:pPr>
              <a:defRPr/>
            </a:pPr>
            <a:r>
              <a:rPr lang="en-US"/>
              <a:t>BATCH NO:          DEPARTMENT OF COMPUTER SCIENCE &amp; ENGINEERING </a:t>
            </a:r>
            <a:endParaRPr lang="en-US" dirty="0"/>
          </a:p>
        </p:txBody>
      </p:sp>
      <p:sp>
        <p:nvSpPr>
          <p:cNvPr id="7" name="Slide Number Placeholder 5">
            <a:extLst>
              <a:ext uri="{FF2B5EF4-FFF2-40B4-BE49-F238E27FC236}">
                <a16:creationId xmlns:a16="http://schemas.microsoft.com/office/drawing/2014/main" id="{641B3A04-F0D0-58D2-D602-96BDE0A7D681}"/>
              </a:ext>
            </a:extLst>
          </p:cNvPr>
          <p:cNvSpPr>
            <a:spLocks noGrp="1"/>
          </p:cNvSpPr>
          <p:nvPr>
            <p:ph type="sldNum" sz="quarter" idx="12"/>
          </p:nvPr>
        </p:nvSpPr>
        <p:spPr/>
        <p:txBody>
          <a:bodyPr/>
          <a:lstStyle>
            <a:lvl1pPr>
              <a:defRPr/>
            </a:lvl1pPr>
          </a:lstStyle>
          <a:p>
            <a:fld id="{2F734EBF-B049-421A-BD11-DE0C5A9AE777}" type="slidenum">
              <a:rPr lang="en-US" altLang="en-US"/>
              <a:pPr/>
              <a:t>‹#›</a:t>
            </a:fld>
            <a:endParaRPr lang="en-US" altLang="en-US"/>
          </a:p>
        </p:txBody>
      </p:sp>
    </p:spTree>
    <p:extLst>
      <p:ext uri="{BB962C8B-B14F-4D97-AF65-F5344CB8AC3E}">
        <p14:creationId xmlns:p14="http://schemas.microsoft.com/office/powerpoint/2010/main" val="321385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094409-E2C2-6C17-FE1B-EFB921FDD18D}"/>
              </a:ext>
            </a:extLst>
          </p:cNvPr>
          <p:cNvSpPr>
            <a:spLocks noGrp="1"/>
          </p:cNvSpPr>
          <p:nvPr>
            <p:ph type="dt" sz="half" idx="10"/>
          </p:nvPr>
        </p:nvSpPr>
        <p:spPr/>
        <p:txBody>
          <a:bodyPr/>
          <a:lstStyle>
            <a:lvl1pPr>
              <a:defRPr/>
            </a:lvl1pPr>
          </a:lstStyle>
          <a:p>
            <a:pPr>
              <a:defRPr/>
            </a:pPr>
            <a:fld id="{E9A9DED8-CA30-41B6-A548-574069ED34E6}" type="datetime3">
              <a:rPr lang="en-US"/>
              <a:pPr>
                <a:defRPr/>
              </a:pPr>
              <a:t>5 October 2026</a:t>
            </a:fld>
            <a:endParaRPr lang="en-US" dirty="0"/>
          </a:p>
        </p:txBody>
      </p:sp>
      <p:sp>
        <p:nvSpPr>
          <p:cNvPr id="5" name="Footer Placeholder 4">
            <a:extLst>
              <a:ext uri="{FF2B5EF4-FFF2-40B4-BE49-F238E27FC236}">
                <a16:creationId xmlns:a16="http://schemas.microsoft.com/office/drawing/2014/main" id="{2AEEB277-B2A2-60D5-FE94-790C0F70D698}"/>
              </a:ext>
            </a:extLst>
          </p:cNvPr>
          <p:cNvSpPr>
            <a:spLocks noGrp="1"/>
          </p:cNvSpPr>
          <p:nvPr>
            <p:ph type="ftr" sz="quarter" idx="11"/>
          </p:nvPr>
        </p:nvSpPr>
        <p:spPr/>
        <p:txBody>
          <a:bodyPr/>
          <a:lstStyle>
            <a:lvl1pPr>
              <a:defRPr/>
            </a:lvl1pPr>
          </a:lstStyle>
          <a:p>
            <a:pPr>
              <a:defRPr/>
            </a:pPr>
            <a:r>
              <a:rPr lang="en-US"/>
              <a:t>BATCH NO:          DEPARTMENT OF COMPUTER SCIENCE &amp; ENGINEERING </a:t>
            </a:r>
            <a:endParaRPr lang="en-US" dirty="0"/>
          </a:p>
        </p:txBody>
      </p:sp>
      <p:sp>
        <p:nvSpPr>
          <p:cNvPr id="6" name="Slide Number Placeholder 5">
            <a:extLst>
              <a:ext uri="{FF2B5EF4-FFF2-40B4-BE49-F238E27FC236}">
                <a16:creationId xmlns:a16="http://schemas.microsoft.com/office/drawing/2014/main" id="{736BACBB-B818-FD04-AFFA-C793C078D25A}"/>
              </a:ext>
            </a:extLst>
          </p:cNvPr>
          <p:cNvSpPr>
            <a:spLocks noGrp="1"/>
          </p:cNvSpPr>
          <p:nvPr>
            <p:ph type="sldNum" sz="quarter" idx="12"/>
          </p:nvPr>
        </p:nvSpPr>
        <p:spPr/>
        <p:txBody>
          <a:bodyPr/>
          <a:lstStyle>
            <a:lvl1pPr>
              <a:defRPr/>
            </a:lvl1pPr>
          </a:lstStyle>
          <a:p>
            <a:fld id="{981DD06A-F32B-46BA-A04A-2A438FE56695}" type="slidenum">
              <a:rPr lang="en-US" altLang="en-US"/>
              <a:pPr/>
              <a:t>‹#›</a:t>
            </a:fld>
            <a:endParaRPr lang="en-US" altLang="en-US"/>
          </a:p>
        </p:txBody>
      </p:sp>
    </p:spTree>
    <p:extLst>
      <p:ext uri="{BB962C8B-B14F-4D97-AF65-F5344CB8AC3E}">
        <p14:creationId xmlns:p14="http://schemas.microsoft.com/office/powerpoint/2010/main" val="3143841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3"/>
            <a:ext cx="2057400" cy="329088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154783"/>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F8D0DA-5A37-E541-0579-79B1719BEB8C}"/>
              </a:ext>
            </a:extLst>
          </p:cNvPr>
          <p:cNvSpPr>
            <a:spLocks noGrp="1"/>
          </p:cNvSpPr>
          <p:nvPr>
            <p:ph type="dt" sz="half" idx="10"/>
          </p:nvPr>
        </p:nvSpPr>
        <p:spPr/>
        <p:txBody>
          <a:bodyPr/>
          <a:lstStyle>
            <a:lvl1pPr>
              <a:defRPr/>
            </a:lvl1pPr>
          </a:lstStyle>
          <a:p>
            <a:pPr>
              <a:defRPr/>
            </a:pPr>
            <a:fld id="{00DE7CE4-24D1-406E-8E06-FE598791D7CB}" type="datetime3">
              <a:rPr lang="en-US"/>
              <a:pPr>
                <a:defRPr/>
              </a:pPr>
              <a:t>5 October 2026</a:t>
            </a:fld>
            <a:endParaRPr lang="en-US" dirty="0"/>
          </a:p>
        </p:txBody>
      </p:sp>
      <p:sp>
        <p:nvSpPr>
          <p:cNvPr id="5" name="Footer Placeholder 4">
            <a:extLst>
              <a:ext uri="{FF2B5EF4-FFF2-40B4-BE49-F238E27FC236}">
                <a16:creationId xmlns:a16="http://schemas.microsoft.com/office/drawing/2014/main" id="{4FC2D837-0362-9872-81BF-C0C47CFC36F6}"/>
              </a:ext>
            </a:extLst>
          </p:cNvPr>
          <p:cNvSpPr>
            <a:spLocks noGrp="1"/>
          </p:cNvSpPr>
          <p:nvPr>
            <p:ph type="ftr" sz="quarter" idx="11"/>
          </p:nvPr>
        </p:nvSpPr>
        <p:spPr/>
        <p:txBody>
          <a:bodyPr/>
          <a:lstStyle>
            <a:lvl1pPr>
              <a:defRPr/>
            </a:lvl1pPr>
          </a:lstStyle>
          <a:p>
            <a:pPr>
              <a:defRPr/>
            </a:pPr>
            <a:r>
              <a:rPr lang="en-US"/>
              <a:t>BATCH NO:          DEPARTMENT OF COMPUTER SCIENCE &amp; ENGINEERING </a:t>
            </a:r>
            <a:endParaRPr lang="en-US" dirty="0"/>
          </a:p>
        </p:txBody>
      </p:sp>
      <p:sp>
        <p:nvSpPr>
          <p:cNvPr id="6" name="Slide Number Placeholder 5">
            <a:extLst>
              <a:ext uri="{FF2B5EF4-FFF2-40B4-BE49-F238E27FC236}">
                <a16:creationId xmlns:a16="http://schemas.microsoft.com/office/drawing/2014/main" id="{08986721-DB60-5C59-B7C2-7EA557698FCF}"/>
              </a:ext>
            </a:extLst>
          </p:cNvPr>
          <p:cNvSpPr>
            <a:spLocks noGrp="1"/>
          </p:cNvSpPr>
          <p:nvPr>
            <p:ph type="sldNum" sz="quarter" idx="12"/>
          </p:nvPr>
        </p:nvSpPr>
        <p:spPr/>
        <p:txBody>
          <a:bodyPr/>
          <a:lstStyle>
            <a:lvl1pPr>
              <a:defRPr/>
            </a:lvl1pPr>
          </a:lstStyle>
          <a:p>
            <a:fld id="{8BCDE488-0747-4FF2-AAEF-6714580B8403}" type="slidenum">
              <a:rPr lang="en-US" altLang="en-US"/>
              <a:pPr/>
              <a:t>‹#›</a:t>
            </a:fld>
            <a:endParaRPr lang="en-US" altLang="en-US"/>
          </a:p>
        </p:txBody>
      </p:sp>
    </p:spTree>
    <p:extLst>
      <p:ext uri="{BB962C8B-B14F-4D97-AF65-F5344CB8AC3E}">
        <p14:creationId xmlns:p14="http://schemas.microsoft.com/office/powerpoint/2010/main" val="3845695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3BD90AA8-45A2-D062-09A1-34AC061332C9}"/>
              </a:ext>
            </a:extLst>
          </p:cNvPr>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2A230D68-A073-A939-CC97-667588564522}"/>
              </a:ext>
            </a:extLst>
          </p:cNvPr>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4C2FEB35-8F42-8B17-D40C-17A2F51A9106}"/>
              </a:ext>
            </a:extLst>
          </p:cNvPr>
          <p:cNvSpPr>
            <a:spLocks noGrp="1"/>
          </p:cNvSpPr>
          <p:nvPr>
            <p:ph type="dt" sz="half" idx="2"/>
          </p:nvPr>
        </p:nvSpPr>
        <p:spPr>
          <a:xfrm>
            <a:off x="457200" y="4767263"/>
            <a:ext cx="2133600" cy="274637"/>
          </a:xfrm>
          <a:prstGeom prst="rect">
            <a:avLst/>
          </a:prstGeom>
        </p:spPr>
        <p:txBody>
          <a:bodyPr vert="horz" lIns="91440" tIns="45720" rIns="91440" bIns="45720" rtlCol="0" anchor="ctr"/>
          <a:lstStyle>
            <a:lvl1pPr algn="l" eaLnBrk="0" hangingPunct="0">
              <a:defRPr sz="1200" smtClean="0">
                <a:solidFill>
                  <a:schemeClr val="tx1">
                    <a:tint val="75000"/>
                  </a:schemeClr>
                </a:solidFill>
                <a:latin typeface="Arial" charset="0"/>
                <a:cs typeface="Arial" charset="0"/>
              </a:defRPr>
            </a:lvl1pPr>
          </a:lstStyle>
          <a:p>
            <a:pPr>
              <a:defRPr/>
            </a:pPr>
            <a:fld id="{454FA03E-EE5F-45AC-A30B-4D1942157409}" type="datetime3">
              <a:rPr lang="en-US"/>
              <a:pPr>
                <a:defRPr/>
              </a:pPr>
              <a:t>5 October 2026</a:t>
            </a:fld>
            <a:endParaRPr lang="en-US" dirty="0"/>
          </a:p>
        </p:txBody>
      </p:sp>
      <p:sp>
        <p:nvSpPr>
          <p:cNvPr id="5" name="Footer Placeholder 4">
            <a:extLst>
              <a:ext uri="{FF2B5EF4-FFF2-40B4-BE49-F238E27FC236}">
                <a16:creationId xmlns:a16="http://schemas.microsoft.com/office/drawing/2014/main" id="{8FBF1C58-AC68-BD6D-AD1F-83FCF796FA5F}"/>
              </a:ext>
            </a:extLst>
          </p:cNvPr>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eaLnBrk="0" hangingPunct="0">
              <a:defRPr sz="1200" smtClean="0">
                <a:solidFill>
                  <a:schemeClr val="tx1">
                    <a:tint val="75000"/>
                  </a:schemeClr>
                </a:solidFill>
                <a:latin typeface="Arial" charset="0"/>
                <a:cs typeface="Arial" charset="0"/>
              </a:defRPr>
            </a:lvl1pPr>
          </a:lstStyle>
          <a:p>
            <a:pPr>
              <a:defRPr/>
            </a:pPr>
            <a:r>
              <a:rPr lang="en-US"/>
              <a:t>BATCH NO:          DEPARTMENT OF COMPUTER SCIENCE &amp; ENGINEERING </a:t>
            </a:r>
            <a:endParaRPr lang="en-US" dirty="0"/>
          </a:p>
        </p:txBody>
      </p:sp>
      <p:sp>
        <p:nvSpPr>
          <p:cNvPr id="6" name="Slide Number Placeholder 5">
            <a:extLst>
              <a:ext uri="{FF2B5EF4-FFF2-40B4-BE49-F238E27FC236}">
                <a16:creationId xmlns:a16="http://schemas.microsoft.com/office/drawing/2014/main" id="{067C3134-D0A0-1D21-2185-5898DDAB96E2}"/>
              </a:ext>
            </a:extLst>
          </p:cNvPr>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eaLnBrk="0" hangingPunct="0">
              <a:defRPr sz="1200">
                <a:solidFill>
                  <a:srgbClr val="898989"/>
                </a:solidFill>
              </a:defRPr>
            </a:lvl1pPr>
          </a:lstStyle>
          <a:p>
            <a:fld id="{32FDCD52-CC01-43CB-8FE6-41E8954A713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47" r:id="rId1"/>
    <p:sldLayoutId id="2147484048" r:id="rId2"/>
    <p:sldLayoutId id="2147484049" r:id="rId3"/>
    <p:sldLayoutId id="2147484050" r:id="rId4"/>
    <p:sldLayoutId id="2147484051" r:id="rId5"/>
    <p:sldLayoutId id="2147484052" r:id="rId6"/>
    <p:sldLayoutId id="2147484053" r:id="rId7"/>
    <p:sldLayoutId id="2147484054" r:id="rId8"/>
    <p:sldLayoutId id="2147484055" r:id="rId9"/>
    <p:sldLayoutId id="2147484056" r:id="rId10"/>
    <p:sldLayoutId id="2147484057" r:id="rId11"/>
  </p:sldLayoutIdLst>
  <p:hf hdr="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defRPr>
      </a:lvl2pPr>
      <a:lvl3pPr algn="ctr" rtl="0" fontAlgn="base">
        <a:spcBef>
          <a:spcPct val="0"/>
        </a:spcBef>
        <a:spcAft>
          <a:spcPct val="0"/>
        </a:spcAft>
        <a:defRPr sz="4400">
          <a:solidFill>
            <a:schemeClr val="tx1"/>
          </a:solidFill>
          <a:latin typeface="Calibri" panose="020F0502020204030204" pitchFamily="34" charset="0"/>
        </a:defRPr>
      </a:lvl3pPr>
      <a:lvl4pPr algn="ctr" rtl="0" fontAlgn="base">
        <a:spcBef>
          <a:spcPct val="0"/>
        </a:spcBef>
        <a:spcAft>
          <a:spcPct val="0"/>
        </a:spcAft>
        <a:defRPr sz="4400">
          <a:solidFill>
            <a:schemeClr val="tx1"/>
          </a:solidFill>
          <a:latin typeface="Calibri" panose="020F0502020204030204" pitchFamily="34" charset="0"/>
        </a:defRPr>
      </a:lvl4pPr>
      <a:lvl5pPr algn="ctr" rtl="0" fontAlgn="base">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F6AB2AB4-580E-8FD0-3BE3-A964CAD39126}"/>
              </a:ext>
            </a:extLst>
          </p:cNvPr>
          <p:cNvSpPr>
            <a:spLocks noGrp="1"/>
          </p:cNvSpPr>
          <p:nvPr>
            <p:ph type="dt" sz="quarter" idx="10"/>
          </p:nvPr>
        </p:nvSpPr>
        <p:spPr/>
        <p:txBody>
          <a:bodyPr/>
          <a:lstStyle/>
          <a:p>
            <a:pPr>
              <a:defRPr/>
            </a:pPr>
            <a:fld id="{FCD42616-A184-4EF7-99E6-30C046A63288}" type="datetime3">
              <a:rPr lang="en-US"/>
              <a:pPr>
                <a:defRPr/>
              </a:pPr>
              <a:t>5 October 2026</a:t>
            </a:fld>
            <a:endParaRPr lang="en-US" dirty="0"/>
          </a:p>
        </p:txBody>
      </p:sp>
      <p:sp>
        <p:nvSpPr>
          <p:cNvPr id="5" name="Footer Placeholder 4">
            <a:extLst>
              <a:ext uri="{FF2B5EF4-FFF2-40B4-BE49-F238E27FC236}">
                <a16:creationId xmlns:a16="http://schemas.microsoft.com/office/drawing/2014/main" id="{093CC136-6E23-31B9-039A-041DB08ACCB4}"/>
              </a:ext>
            </a:extLst>
          </p:cNvPr>
          <p:cNvSpPr>
            <a:spLocks noGrp="1"/>
          </p:cNvSpPr>
          <p:nvPr>
            <p:ph type="ftr" sz="quarter" idx="11"/>
          </p:nvPr>
        </p:nvSpPr>
        <p:spPr>
          <a:xfrm>
            <a:off x="1749425" y="1574800"/>
            <a:ext cx="6000750" cy="1060450"/>
          </a:xfrm>
        </p:spPr>
        <p:txBody>
          <a:bodyPr/>
          <a:lstStyle/>
          <a:p>
            <a:pPr>
              <a:defRPr/>
            </a:pPr>
            <a:endParaRPr lang="en-US" sz="1400" b="1" dirty="0">
              <a:solidFill>
                <a:srgbClr val="051D40"/>
              </a:solidFill>
              <a:latin typeface="Times New Roman" pitchFamily="18" charset="0"/>
              <a:ea typeface="Open Sans Extra Bold"/>
              <a:cs typeface="Times New Roman" pitchFamily="18" charset="0"/>
              <a:sym typeface="Open Sans Extra Bold"/>
            </a:endParaRPr>
          </a:p>
          <a:p>
            <a:pPr>
              <a:defRPr/>
            </a:pPr>
            <a:endParaRPr lang="en-US" sz="1400" b="1" dirty="0">
              <a:solidFill>
                <a:srgbClr val="051D40"/>
              </a:solidFill>
              <a:latin typeface="Times New Roman" pitchFamily="18" charset="0"/>
              <a:ea typeface="Open Sans Extra Bold"/>
              <a:cs typeface="Times New Roman" pitchFamily="18" charset="0"/>
              <a:sym typeface="Open Sans Extra Bold"/>
            </a:endParaRPr>
          </a:p>
          <a:p>
            <a:pPr>
              <a:defRPr/>
            </a:pPr>
            <a:r>
              <a:rPr lang="en-US" sz="1400" b="1" dirty="0">
                <a:solidFill>
                  <a:srgbClr val="051D40"/>
                </a:solidFill>
                <a:latin typeface="Times New Roman" pitchFamily="18" charset="0"/>
                <a:ea typeface="Open Sans Extra Bold"/>
                <a:cs typeface="Times New Roman" pitchFamily="18" charset="0"/>
                <a:sym typeface="Open Sans Extra Bold"/>
              </a:rPr>
              <a:t>DEPARTMENT OF COMPUTER SCIENCE &amp; ENGINEERING</a:t>
            </a:r>
          </a:p>
          <a:p>
            <a:pPr>
              <a:defRPr/>
            </a:pPr>
            <a:r>
              <a:rPr lang="en-US" sz="1400" b="1" dirty="0">
                <a:solidFill>
                  <a:srgbClr val="051D40"/>
                </a:solidFill>
                <a:latin typeface="Times New Roman" pitchFamily="18" charset="0"/>
                <a:ea typeface="Open Sans Extra Bold"/>
                <a:cs typeface="Times New Roman" pitchFamily="18" charset="0"/>
                <a:sym typeface="Open Sans Extra Bold"/>
              </a:rPr>
              <a:t>SCHOOL OF COMPUTING</a:t>
            </a:r>
          </a:p>
          <a:p>
            <a:pPr>
              <a:defRPr/>
            </a:pPr>
            <a:r>
              <a:rPr lang="en-US" sz="1400" b="1" dirty="0">
                <a:solidFill>
                  <a:srgbClr val="051D40"/>
                </a:solidFill>
                <a:latin typeface="Times New Roman" pitchFamily="18" charset="0"/>
                <a:ea typeface="Open Sans Extra Bold"/>
                <a:cs typeface="Times New Roman" pitchFamily="18" charset="0"/>
                <a:sym typeface="Open Sans Extra Bold"/>
              </a:rPr>
              <a:t>10214CS601- MINOR PROJECT – I</a:t>
            </a:r>
          </a:p>
          <a:p>
            <a:pPr>
              <a:defRPr/>
            </a:pPr>
            <a:r>
              <a:rPr lang="en-US" sz="1400" b="1" dirty="0">
                <a:solidFill>
                  <a:srgbClr val="051D40"/>
                </a:solidFill>
                <a:latin typeface="Times New Roman" pitchFamily="18" charset="0"/>
                <a:ea typeface="Open Sans Extra Bold"/>
                <a:cs typeface="Times New Roman" pitchFamily="18" charset="0"/>
                <a:sym typeface="Open Sans Extra Bold"/>
              </a:rPr>
              <a:t>ACADEMIC YEAR – 2026-2027 (SUMMER SEMESTER)</a:t>
            </a:r>
          </a:p>
          <a:p>
            <a:pPr>
              <a:defRPr/>
            </a:pPr>
            <a:endParaRPr lang="en-US" sz="1400" b="1" dirty="0">
              <a:solidFill>
                <a:srgbClr val="051D40"/>
              </a:solidFill>
              <a:latin typeface="Open Sans Extra Bold"/>
              <a:ea typeface="Open Sans Extra Bold"/>
              <a:cs typeface="Open Sans Extra Bold"/>
              <a:sym typeface="Open Sans Extra Bold"/>
            </a:endParaRPr>
          </a:p>
          <a:p>
            <a:pPr>
              <a:defRPr/>
            </a:pPr>
            <a:r>
              <a:rPr lang="en-US" sz="1400" b="1" dirty="0">
                <a:solidFill>
                  <a:srgbClr val="051D40"/>
                </a:solidFill>
                <a:latin typeface="Times New Roman" pitchFamily="18" charset="0"/>
                <a:ea typeface="Open Sans Extra Bold"/>
                <a:cs typeface="Times New Roman" pitchFamily="18" charset="0"/>
                <a:sym typeface="Open Sans Extra Bold"/>
              </a:rPr>
              <a:t> </a:t>
            </a:r>
            <a:endParaRPr lang="en-US" b="1" dirty="0">
              <a:latin typeface="Times New Roman" pitchFamily="18" charset="0"/>
              <a:cs typeface="Times New Roman" pitchFamily="18" charset="0"/>
            </a:endParaRPr>
          </a:p>
        </p:txBody>
      </p:sp>
      <p:sp>
        <p:nvSpPr>
          <p:cNvPr id="8196" name="Slide Number Placeholder 5">
            <a:extLst>
              <a:ext uri="{FF2B5EF4-FFF2-40B4-BE49-F238E27FC236}">
                <a16:creationId xmlns:a16="http://schemas.microsoft.com/office/drawing/2014/main" id="{9BD90945-63AC-7012-A3C1-2AE4C6196A9B}"/>
              </a:ext>
            </a:extLst>
          </p:cNvPr>
          <p:cNvSpPr>
            <a:spLocks noGrp="1" noChangeArrowheads="1"/>
          </p:cNvSpPr>
          <p:nvPr>
            <p:ph type="sldNum" sz="quarter" idx="12"/>
          </p:nvPr>
        </p:nvSpPr>
        <p:spPr bwMode="auto">
          <a:ln>
            <a:miter lim="800000"/>
            <a:headEnd/>
            <a:tailEnd/>
          </a:ln>
        </p:spPr>
        <p:txBody>
          <a:bodyPr>
            <a:norm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0000"/>
              </a:lnSpc>
            </a:pPr>
            <a:fld id="{ADACB24A-C459-4BEC-B881-622C2994365E}" type="slidenum">
              <a:rPr lang="en-US" altLang="en-US">
                <a:solidFill>
                  <a:srgbClr val="898989"/>
                </a:solidFill>
              </a:rPr>
              <a:pPr>
                <a:lnSpc>
                  <a:spcPct val="90000"/>
                </a:lnSpc>
              </a:pPr>
              <a:t>1</a:t>
            </a:fld>
            <a:endParaRPr lang="en-US" altLang="en-US">
              <a:solidFill>
                <a:srgbClr val="898989"/>
              </a:solidFill>
            </a:endParaRPr>
          </a:p>
        </p:txBody>
      </p:sp>
      <p:sp>
        <p:nvSpPr>
          <p:cNvPr id="2053" name="TextBox 6">
            <a:extLst>
              <a:ext uri="{FF2B5EF4-FFF2-40B4-BE49-F238E27FC236}">
                <a16:creationId xmlns:a16="http://schemas.microsoft.com/office/drawing/2014/main" id="{1E745916-2D17-4348-D070-3831BB526A9D}"/>
              </a:ext>
            </a:extLst>
          </p:cNvPr>
          <p:cNvSpPr txBox="1">
            <a:spLocks noChangeArrowheads="1"/>
          </p:cNvSpPr>
          <p:nvPr/>
        </p:nvSpPr>
        <p:spPr bwMode="auto">
          <a:xfrm flipH="1">
            <a:off x="-29040" y="3490806"/>
            <a:ext cx="605883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b="1" dirty="0">
                <a:solidFill>
                  <a:srgbClr val="051D40"/>
                </a:solidFill>
                <a:latin typeface="Times New Roman" panose="02020603050405020304" pitchFamily="18" charset="0"/>
                <a:ea typeface="Open Sans Extra Bold"/>
                <a:cs typeface="Times New Roman" panose="02020603050405020304" pitchFamily="18" charset="0"/>
                <a:sym typeface="Open Sans Extra Bold"/>
              </a:rPr>
              <a:t>PRESENTED BY</a:t>
            </a:r>
          </a:p>
          <a:p>
            <a:r>
              <a:rPr lang="en-US" altLang="en-US" sz="1400" dirty="0">
                <a:solidFill>
                  <a:srgbClr val="051D40"/>
                </a:solidFill>
                <a:latin typeface="Times New Roman" panose="02020603050405020304" pitchFamily="18" charset="0"/>
                <a:ea typeface="Open Sans Extra Bold"/>
                <a:cs typeface="Times New Roman" panose="02020603050405020304" pitchFamily="18" charset="0"/>
                <a:sym typeface="Open Sans Extra Bold"/>
              </a:rPr>
              <a:t>1. K.SIDDARTH PATEL (VTU28319)(24UECS1237)</a:t>
            </a:r>
          </a:p>
          <a:p>
            <a:r>
              <a:rPr lang="en-US" altLang="en-US" sz="1400" dirty="0">
                <a:solidFill>
                  <a:srgbClr val="051D40"/>
                </a:solidFill>
                <a:latin typeface="Times New Roman" panose="02020603050405020304" pitchFamily="18" charset="0"/>
                <a:ea typeface="Open Sans Extra Bold"/>
                <a:cs typeface="Times New Roman" panose="02020603050405020304" pitchFamily="18" charset="0"/>
                <a:sym typeface="Open Sans Extra Bold"/>
              </a:rPr>
              <a:t>2. RAMSETTY SREEVASTHAV (VTU28844)(24UECS1353)</a:t>
            </a:r>
          </a:p>
          <a:p>
            <a:r>
              <a:rPr lang="en-US" altLang="en-US" sz="1400" dirty="0">
                <a:solidFill>
                  <a:srgbClr val="051D40"/>
                </a:solidFill>
                <a:latin typeface="Times New Roman" panose="02020603050405020304" pitchFamily="18" charset="0"/>
                <a:ea typeface="Open Sans Extra Bold"/>
                <a:cs typeface="Times New Roman" panose="02020603050405020304" pitchFamily="18" charset="0"/>
                <a:sym typeface="Open Sans Extra Bold"/>
              </a:rPr>
              <a:t>3. A.RAKESH (VTU27728)(24UECS1121)</a:t>
            </a:r>
          </a:p>
        </p:txBody>
      </p:sp>
      <p:sp>
        <p:nvSpPr>
          <p:cNvPr id="4" name="Rectangle 3">
            <a:extLst>
              <a:ext uri="{FF2B5EF4-FFF2-40B4-BE49-F238E27FC236}">
                <a16:creationId xmlns:a16="http://schemas.microsoft.com/office/drawing/2014/main" id="{FC6D4A48-5738-CB16-3B1E-BCA1A7E0D080}"/>
              </a:ext>
            </a:extLst>
          </p:cNvPr>
          <p:cNvSpPr/>
          <p:nvPr/>
        </p:nvSpPr>
        <p:spPr>
          <a:xfrm>
            <a:off x="4933950" y="3111500"/>
            <a:ext cx="3752850" cy="1472326"/>
          </a:xfrm>
          <a:prstGeom prst="rect">
            <a:avLst/>
          </a:prstGeom>
        </p:spPr>
        <p:txBody>
          <a:bodyPr wrap="square">
            <a:spAutoFit/>
          </a:bodyPr>
          <a:lstStyle/>
          <a:p>
            <a:pPr algn="ctr" eaLnBrk="0" hangingPunct="0">
              <a:lnSpc>
                <a:spcPts val="3855"/>
              </a:lnSpc>
              <a:defRPr/>
            </a:pPr>
            <a:r>
              <a:rPr lang="en-US" sz="1400" b="1" dirty="0">
                <a:solidFill>
                  <a:srgbClr val="051D40"/>
                </a:solidFill>
                <a:latin typeface="Times New Roman" pitchFamily="18" charset="0"/>
                <a:ea typeface="Open Sans Extra Bold"/>
                <a:cs typeface="Times New Roman" pitchFamily="18" charset="0"/>
                <a:sym typeface="Poppins Bold"/>
              </a:rPr>
              <a:t>SUPERVISED BY</a:t>
            </a:r>
          </a:p>
          <a:p>
            <a:pPr algn="ctr" eaLnBrk="0" hangingPunct="0">
              <a:defRPr/>
            </a:pPr>
            <a:r>
              <a:rPr lang="en-IN" sz="1600" dirty="0">
                <a:latin typeface="Times New Roman" panose="02020603050405020304" pitchFamily="18" charset="0"/>
                <a:cs typeface="Times New Roman" panose="02020603050405020304" pitchFamily="18" charset="0"/>
              </a:rPr>
              <a:t>Dr</a:t>
            </a:r>
            <a:r>
              <a:rPr lang="en-US" altLang="en-IN" sz="1600" dirty="0">
                <a:latin typeface="Times New Roman" panose="02020603050405020304" pitchFamily="18" charset="0"/>
                <a:cs typeface="Times New Roman" panose="02020603050405020304" pitchFamily="18" charset="0"/>
              </a:rPr>
              <a:t>. S. MANOHAR </a:t>
            </a:r>
            <a:r>
              <a:rPr lang="en-IN" sz="1400" dirty="0" err="1">
                <a:latin typeface="Times New Roman" panose="02020603050405020304" pitchFamily="18" charset="0"/>
                <a:cs typeface="Times New Roman" panose="02020603050405020304" pitchFamily="18" charset="0"/>
              </a:rPr>
              <a:t>B.Sc</a:t>
            </a:r>
            <a:r>
              <a:rPr lang="en-IN" sz="1400" dirty="0">
                <a:latin typeface="Times New Roman" panose="02020603050405020304" pitchFamily="18" charset="0"/>
                <a:cs typeface="Times New Roman" panose="02020603050405020304" pitchFamily="18" charset="0"/>
              </a:rPr>
              <a:t> (Computer Science), </a:t>
            </a:r>
            <a:r>
              <a:rPr lang="en-IN" sz="1400" dirty="0" err="1">
                <a:latin typeface="Times New Roman" panose="02020603050405020304" pitchFamily="18" charset="0"/>
                <a:cs typeface="Times New Roman" panose="02020603050405020304" pitchFamily="18" charset="0"/>
              </a:rPr>
              <a:t>M.Sc</a:t>
            </a:r>
            <a:r>
              <a:rPr lang="en-IN" sz="1400" dirty="0">
                <a:latin typeface="Times New Roman" panose="02020603050405020304" pitchFamily="18" charset="0"/>
                <a:cs typeface="Times New Roman" panose="02020603050405020304" pitchFamily="18" charset="0"/>
              </a:rPr>
              <a:t>(cs), M.E (CSE), PHD (CSE)</a:t>
            </a:r>
            <a:endParaRPr lang="en-US" sz="1400" b="1" dirty="0">
              <a:solidFill>
                <a:srgbClr val="051D40"/>
              </a:solidFill>
              <a:latin typeface="Times New Roman" pitchFamily="18" charset="0"/>
              <a:ea typeface="Open Sans Extra Bold"/>
              <a:cs typeface="Times New Roman" pitchFamily="18" charset="0"/>
              <a:sym typeface="Poppins Bold"/>
            </a:endParaRPr>
          </a:p>
          <a:p>
            <a:pPr fontAlgn="auto">
              <a:lnSpc>
                <a:spcPts val="3855"/>
              </a:lnSpc>
              <a:spcBef>
                <a:spcPts val="0"/>
              </a:spcBef>
              <a:spcAft>
                <a:spcPts val="0"/>
              </a:spcAft>
              <a:defRPr/>
            </a:pPr>
            <a:r>
              <a:rPr lang="en-US" sz="1200" b="1" spc="-55" dirty="0">
                <a:solidFill>
                  <a:srgbClr val="051D40"/>
                </a:solidFill>
                <a:latin typeface="Poppins Bold"/>
                <a:ea typeface="Poppins Bold"/>
                <a:cs typeface="Poppins Bold"/>
                <a:sym typeface="Poppins Bold"/>
              </a:rPr>
              <a:t>   </a:t>
            </a:r>
          </a:p>
        </p:txBody>
      </p:sp>
      <p:pic>
        <p:nvPicPr>
          <p:cNvPr id="2055" name="Picture 7" descr="E:\WINTER SEM 2025-26_CY2026\VelTech Logo.jpeg">
            <a:extLst>
              <a:ext uri="{FF2B5EF4-FFF2-40B4-BE49-F238E27FC236}">
                <a16:creationId xmlns:a16="http://schemas.microsoft.com/office/drawing/2014/main" id="{3B613D04-4AC0-E965-3435-D608096FED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75" y="460375"/>
            <a:ext cx="2517775"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6" name="Footer Placeholder 3">
            <a:extLst>
              <a:ext uri="{FF2B5EF4-FFF2-40B4-BE49-F238E27FC236}">
                <a16:creationId xmlns:a16="http://schemas.microsoft.com/office/drawing/2014/main" id="{C9FA6818-BAC2-A1A5-44F8-365B89922BA4}"/>
              </a:ext>
            </a:extLst>
          </p:cNvPr>
          <p:cNvSpPr txBox="1">
            <a:spLocks/>
          </p:cNvSpPr>
          <p:nvPr/>
        </p:nvSpPr>
        <p:spPr bwMode="auto">
          <a:xfrm>
            <a:off x="2400300" y="4762500"/>
            <a:ext cx="5984875"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1200">
                <a:solidFill>
                  <a:srgbClr val="898989"/>
                </a:solidFill>
              </a:rPr>
              <a:t>BATCH NO:          DEPARTMENT OF COMPUTER SCIENCE &amp; ENGINEERING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49C0C66-637E-F496-9778-25CAF31FE095}"/>
              </a:ext>
            </a:extLst>
          </p:cNvPr>
          <p:cNvSpPr>
            <a:spLocks noGrp="1"/>
          </p:cNvSpPr>
          <p:nvPr>
            <p:ph type="dt" sz="quarter" idx="10"/>
          </p:nvPr>
        </p:nvSpPr>
        <p:spPr/>
        <p:txBody>
          <a:bodyPr/>
          <a:lstStyle/>
          <a:p>
            <a:pPr>
              <a:defRPr/>
            </a:pPr>
            <a:fld id="{5E4C9F69-8D19-4DDA-90DF-98A742B56BDA}" type="datetime3">
              <a:rPr lang="en-US"/>
              <a:pPr>
                <a:defRPr/>
              </a:pPr>
              <a:t>5 October 2026</a:t>
            </a:fld>
            <a:endParaRPr lang="en-US" dirty="0"/>
          </a:p>
        </p:txBody>
      </p:sp>
      <p:sp>
        <p:nvSpPr>
          <p:cNvPr id="5" name="Footer Placeholder 4">
            <a:extLst>
              <a:ext uri="{FF2B5EF4-FFF2-40B4-BE49-F238E27FC236}">
                <a16:creationId xmlns:a16="http://schemas.microsoft.com/office/drawing/2014/main" id="{55AA4250-A8F3-5042-9EF9-E9EF678F12EF}"/>
              </a:ext>
            </a:extLst>
          </p:cNvPr>
          <p:cNvSpPr>
            <a:spLocks noGrp="1"/>
          </p:cNvSpPr>
          <p:nvPr>
            <p:ph type="ftr" sz="quarter" idx="11"/>
          </p:nvPr>
        </p:nvSpPr>
        <p:spPr>
          <a:xfrm>
            <a:off x="2620963" y="4762500"/>
            <a:ext cx="5935662" cy="206375"/>
          </a:xfrm>
        </p:spPr>
        <p:txBody>
          <a:bodyPr/>
          <a:lstStyle/>
          <a:p>
            <a:pPr>
              <a:defRPr/>
            </a:pPr>
            <a:r>
              <a:rPr lang="en-US" dirty="0"/>
              <a:t>BATCH NO:          DEPARTMENT OF COMPUTER SCIENCE &amp; ENGINEERING </a:t>
            </a:r>
          </a:p>
        </p:txBody>
      </p:sp>
      <p:sp>
        <p:nvSpPr>
          <p:cNvPr id="9219" name="Slide Number Placeholder 6">
            <a:extLst>
              <a:ext uri="{FF2B5EF4-FFF2-40B4-BE49-F238E27FC236}">
                <a16:creationId xmlns:a16="http://schemas.microsoft.com/office/drawing/2014/main" id="{28631C36-6B7C-8B05-62FF-14DD0EB07911}"/>
              </a:ext>
            </a:extLst>
          </p:cNvPr>
          <p:cNvSpPr>
            <a:spLocks noGrp="1" noChangeArrowheads="1"/>
          </p:cNvSpPr>
          <p:nvPr>
            <p:ph type="sldNum" sz="quarter" idx="12"/>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0000"/>
              </a:lnSpc>
            </a:pPr>
            <a:fld id="{D7200A1E-AE68-4646-9BEA-606BC562050D}" type="slidenum">
              <a:rPr lang="en-US" altLang="en-US" sz="1100">
                <a:solidFill>
                  <a:srgbClr val="898989"/>
                </a:solidFill>
              </a:rPr>
              <a:pPr>
                <a:lnSpc>
                  <a:spcPct val="90000"/>
                </a:lnSpc>
              </a:pPr>
              <a:t>2</a:t>
            </a:fld>
            <a:endParaRPr lang="en-US" altLang="en-US" sz="1100">
              <a:solidFill>
                <a:srgbClr val="898989"/>
              </a:solidFill>
            </a:endParaRPr>
          </a:p>
        </p:txBody>
      </p:sp>
      <p:sp>
        <p:nvSpPr>
          <p:cNvPr id="2" name="Rectangle 1">
            <a:extLst>
              <a:ext uri="{FF2B5EF4-FFF2-40B4-BE49-F238E27FC236}">
                <a16:creationId xmlns:a16="http://schemas.microsoft.com/office/drawing/2014/main" id="{237B92B6-77EE-DCBF-6121-E0B4020D9009}"/>
              </a:ext>
            </a:extLst>
          </p:cNvPr>
          <p:cNvSpPr/>
          <p:nvPr/>
        </p:nvSpPr>
        <p:spPr>
          <a:xfrm>
            <a:off x="641350" y="1389063"/>
            <a:ext cx="4265613" cy="2032000"/>
          </a:xfrm>
          <a:prstGeom prst="rect">
            <a:avLst/>
          </a:prstGeom>
        </p:spPr>
        <p:txBody>
          <a:bodyPr>
            <a:spAutoFit/>
          </a:bodyPr>
          <a:lstStyle/>
          <a:p>
            <a:pPr eaLnBrk="0" hangingPunct="0">
              <a:defRPr/>
            </a:pPr>
            <a:r>
              <a:rPr lang="en-US" b="1" dirty="0">
                <a:solidFill>
                  <a:srgbClr val="000000"/>
                </a:solidFill>
                <a:latin typeface="Times New Roman" pitchFamily="18" charset="0"/>
                <a:ea typeface="Open Sans Extra Bold"/>
                <a:cs typeface="Times New Roman" pitchFamily="18" charset="0"/>
                <a:sym typeface="Open Sans Extra Bold"/>
              </a:rPr>
              <a:t>AGENDA</a:t>
            </a:r>
          </a:p>
          <a:p>
            <a:pPr marL="285750" indent="-285750" eaLnBrk="0" hangingPunct="0">
              <a:buFont typeface="Arial" pitchFamily="34" charset="0"/>
              <a:buChar char="•"/>
              <a:defRPr/>
            </a:pPr>
            <a:r>
              <a:rPr lang="en-US" dirty="0">
                <a:solidFill>
                  <a:srgbClr val="000000"/>
                </a:solidFill>
                <a:latin typeface="Times New Roman" pitchFamily="18" charset="0"/>
                <a:ea typeface="Open Sans Extra Bold"/>
                <a:cs typeface="Times New Roman" pitchFamily="18" charset="0"/>
                <a:sym typeface="Open Sans Extra Bold"/>
              </a:rPr>
              <a:t>Introduction</a:t>
            </a:r>
          </a:p>
          <a:p>
            <a:pPr marL="285750" indent="-285750" eaLnBrk="0" hangingPunct="0">
              <a:buFont typeface="Arial" pitchFamily="34" charset="0"/>
              <a:buChar char="•"/>
              <a:defRPr/>
            </a:pPr>
            <a:r>
              <a:rPr lang="en-US" dirty="0">
                <a:solidFill>
                  <a:srgbClr val="000000"/>
                </a:solidFill>
                <a:latin typeface="Times New Roman" pitchFamily="18" charset="0"/>
                <a:ea typeface="Open Sans Extra Bold"/>
                <a:cs typeface="Times New Roman" pitchFamily="18" charset="0"/>
                <a:sym typeface="Open Sans Extra Bold"/>
              </a:rPr>
              <a:t>Literature Survey </a:t>
            </a:r>
          </a:p>
          <a:p>
            <a:pPr marL="285750" indent="-285750" eaLnBrk="0" hangingPunct="0">
              <a:buFont typeface="Arial" pitchFamily="34" charset="0"/>
              <a:buChar char="•"/>
              <a:defRPr/>
            </a:pPr>
            <a:r>
              <a:rPr lang="en-US" dirty="0">
                <a:solidFill>
                  <a:srgbClr val="000000"/>
                </a:solidFill>
                <a:latin typeface="Times New Roman" pitchFamily="18" charset="0"/>
                <a:ea typeface="Open Sans Extra Bold"/>
                <a:cs typeface="Times New Roman" pitchFamily="18" charset="0"/>
                <a:sym typeface="Open Sans Extra Bold"/>
              </a:rPr>
              <a:t>Problem Statement	</a:t>
            </a:r>
          </a:p>
          <a:p>
            <a:pPr marL="285750" indent="-285750" eaLnBrk="0" hangingPunct="0">
              <a:buFont typeface="Arial" pitchFamily="34" charset="0"/>
              <a:buChar char="•"/>
              <a:defRPr/>
            </a:pPr>
            <a:r>
              <a:rPr lang="en-US" dirty="0">
                <a:solidFill>
                  <a:srgbClr val="000000"/>
                </a:solidFill>
                <a:latin typeface="Times New Roman" pitchFamily="18" charset="0"/>
                <a:ea typeface="Open Sans Extra Bold"/>
                <a:cs typeface="Times New Roman" pitchFamily="18" charset="0"/>
                <a:sym typeface="Open Sans Extra Bold"/>
              </a:rPr>
              <a:t>Proposed Methodology</a:t>
            </a:r>
          </a:p>
          <a:p>
            <a:pPr marL="285750" indent="-285750" eaLnBrk="0" hangingPunct="0">
              <a:buFont typeface="Arial" pitchFamily="34" charset="0"/>
              <a:buChar char="•"/>
              <a:defRPr/>
            </a:pPr>
            <a:r>
              <a:rPr lang="en-US" dirty="0">
                <a:solidFill>
                  <a:srgbClr val="000000"/>
                </a:solidFill>
                <a:latin typeface="Times New Roman" pitchFamily="18" charset="0"/>
                <a:ea typeface="Open Sans Extra Bold"/>
                <a:cs typeface="Times New Roman" pitchFamily="18" charset="0"/>
                <a:sym typeface="Open Sans Extra Bold"/>
              </a:rPr>
              <a:t>Proposed System Architecture</a:t>
            </a:r>
          </a:p>
          <a:p>
            <a:pPr marL="285750" indent="-285750" eaLnBrk="0" hangingPunct="0">
              <a:buFont typeface="Arial" pitchFamily="34" charset="0"/>
              <a:buChar char="•"/>
              <a:defRPr/>
            </a:pPr>
            <a:r>
              <a:rPr lang="en-US" dirty="0">
                <a:solidFill>
                  <a:srgbClr val="000000"/>
                </a:solidFill>
                <a:latin typeface="Times New Roman" pitchFamily="18" charset="0"/>
                <a:ea typeface="Open Sans Extra Bold"/>
                <a:cs typeface="Times New Roman" pitchFamily="18" charset="0"/>
                <a:sym typeface="Open Sans Extra Bold"/>
              </a:rPr>
              <a:t>Implementation Plan/Timeline</a:t>
            </a:r>
          </a:p>
        </p:txBody>
      </p:sp>
      <p:sp>
        <p:nvSpPr>
          <p:cNvPr id="4" name="Title 3">
            <a:extLst>
              <a:ext uri="{FF2B5EF4-FFF2-40B4-BE49-F238E27FC236}">
                <a16:creationId xmlns:a16="http://schemas.microsoft.com/office/drawing/2014/main" id="{49846CBE-E2C8-A2BE-1B95-0B6F0B09B045}"/>
              </a:ext>
            </a:extLst>
          </p:cNvPr>
          <p:cNvSpPr>
            <a:spLocks noGrp="1"/>
          </p:cNvSpPr>
          <p:nvPr>
            <p:ph type="title"/>
          </p:nvPr>
        </p:nvSpPr>
        <p:spPr>
          <a:xfrm>
            <a:off x="-808568" y="174625"/>
            <a:ext cx="10761136" cy="857250"/>
          </a:xfrm>
        </p:spPr>
        <p:txBody>
          <a:bodyPr/>
          <a:lstStyle/>
          <a:p>
            <a:r>
              <a:rPr lang="en-IN" dirty="0">
                <a:latin typeface="Times New Roman" panose="02020603050405020304" pitchFamily="18" charset="0"/>
                <a:cs typeface="Times New Roman" panose="02020603050405020304" pitchFamily="18" charset="0"/>
              </a:rPr>
              <a:t>Hostel Complaint Management System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AA755E2-9C61-8879-137B-F2E753ED19B4}"/>
              </a:ext>
            </a:extLst>
          </p:cNvPr>
          <p:cNvSpPr>
            <a:spLocks noGrp="1" noChangeArrowheads="1"/>
          </p:cNvSpPr>
          <p:nvPr>
            <p:ph type="title"/>
          </p:nvPr>
        </p:nvSpPr>
        <p:spPr>
          <a:xfrm>
            <a:off x="457200" y="234154"/>
            <a:ext cx="8229600" cy="857250"/>
          </a:xfrm>
        </p:spPr>
        <p:txBody>
          <a:bodyPr/>
          <a:lstStyle/>
          <a:p>
            <a:r>
              <a:rPr lang="en-US" altLang="en-US" sz="2400" b="1" dirty="0">
                <a:latin typeface="Times New Roman" panose="02020603050405020304" pitchFamily="18" charset="0"/>
                <a:cs typeface="Times New Roman" panose="02020603050405020304" pitchFamily="18" charset="0"/>
              </a:rPr>
              <a:t>Introduction</a:t>
            </a:r>
          </a:p>
        </p:txBody>
      </p:sp>
      <p:sp>
        <p:nvSpPr>
          <p:cNvPr id="13315" name="Rectangle 3">
            <a:extLst>
              <a:ext uri="{FF2B5EF4-FFF2-40B4-BE49-F238E27FC236}">
                <a16:creationId xmlns:a16="http://schemas.microsoft.com/office/drawing/2014/main" id="{199CD04A-4254-84F0-2ECF-1EDFBDAC82FF}"/>
              </a:ext>
            </a:extLst>
          </p:cNvPr>
          <p:cNvSpPr>
            <a:spLocks noGrp="1"/>
          </p:cNvSpPr>
          <p:nvPr>
            <p:ph idx="1"/>
          </p:nvPr>
        </p:nvSpPr>
        <p:spPr>
          <a:xfrm>
            <a:off x="570047" y="985800"/>
            <a:ext cx="8229600" cy="3560764"/>
          </a:xfrm>
        </p:spPr>
        <p:txBody>
          <a:bodyPr rtlCol="0">
            <a:normAutofit fontScale="85000" lnSpcReduction="20000"/>
          </a:bodyPr>
          <a:lstStyle/>
          <a:p>
            <a:pPr fontAlgn="auto">
              <a:spcAft>
                <a:spcPts val="0"/>
              </a:spcAft>
              <a:buFont typeface="Arial" panose="020B0604020202020204" pitchFamily="34" charset="0"/>
              <a:buNone/>
              <a:defRPr/>
            </a:pPr>
            <a:endParaRPr lang="en-US" sz="2400" dirty="0"/>
          </a:p>
          <a:p>
            <a:pPr marL="119062" indent="0" fontAlgn="auto">
              <a:spcAft>
                <a:spcPts val="0"/>
              </a:spcAft>
              <a:buFont typeface="Arial" panose="020B0604020202020204" pitchFamily="34" charset="0"/>
              <a:buNone/>
              <a:defRPr/>
            </a:pPr>
            <a:r>
              <a:rPr lang="en-US" sz="2400" dirty="0"/>
              <a:t> </a:t>
            </a:r>
          </a:p>
          <a:p>
            <a:pPr lvl="0" algn="just"/>
            <a:r>
              <a:rPr lang="en-IN" sz="2100" dirty="0">
                <a:latin typeface="Times New Roman" panose="02020603050405020304" pitchFamily="18" charset="0"/>
                <a:cs typeface="Times New Roman" panose="02020603050405020304" pitchFamily="18" charset="0"/>
              </a:rPr>
              <a:t>Manual complaint handling causes delays. </a:t>
            </a:r>
          </a:p>
          <a:p>
            <a:pPr lvl="0" algn="just"/>
            <a:r>
              <a:rPr lang="en-IN" sz="2100" dirty="0">
                <a:latin typeface="Times New Roman" panose="02020603050405020304" pitchFamily="18" charset="0"/>
                <a:cs typeface="Times New Roman" panose="02020603050405020304" pitchFamily="18" charset="0"/>
              </a:rPr>
              <a:t>Students cannot easily track complaint status. </a:t>
            </a:r>
          </a:p>
          <a:p>
            <a:pPr lvl="0" algn="just"/>
            <a:r>
              <a:rPr lang="en-IN" sz="2100" dirty="0">
                <a:latin typeface="Times New Roman" panose="02020603050405020304" pitchFamily="18" charset="0"/>
                <a:cs typeface="Times New Roman" panose="02020603050405020304" pitchFamily="18" charset="0"/>
              </a:rPr>
              <a:t>Complaints may be misplaced or overlapped. </a:t>
            </a:r>
          </a:p>
          <a:p>
            <a:pPr lvl="0" algn="just"/>
            <a:r>
              <a:rPr lang="en-IN" sz="2100" dirty="0">
                <a:latin typeface="Times New Roman" panose="02020603050405020304" pitchFamily="18" charset="0"/>
                <a:cs typeface="Times New Roman" panose="02020603050405020304" pitchFamily="18" charset="0"/>
              </a:rPr>
              <a:t>There is no centralized complaint management system. </a:t>
            </a:r>
          </a:p>
          <a:p>
            <a:pPr lvl="0" algn="just"/>
            <a:r>
              <a:rPr lang="en-IN" sz="2100" dirty="0">
                <a:latin typeface="Times New Roman" panose="02020603050405020304" pitchFamily="18" charset="0"/>
                <a:cs typeface="Times New Roman" panose="02020603050405020304" pitchFamily="18" charset="0"/>
              </a:rPr>
              <a:t>Assigning complaints to staff is difficult. </a:t>
            </a:r>
          </a:p>
          <a:p>
            <a:pPr lvl="0" algn="just"/>
            <a:r>
              <a:rPr lang="en-IN" sz="2100" dirty="0">
                <a:latin typeface="Times New Roman" panose="02020603050405020304" pitchFamily="18" charset="0"/>
                <a:cs typeface="Times New Roman" panose="02020603050405020304" pitchFamily="18" charset="0"/>
              </a:rPr>
              <a:t>Emergency complaints may not receive quick attention. </a:t>
            </a:r>
          </a:p>
          <a:p>
            <a:pPr lvl="0" algn="just"/>
            <a:r>
              <a:rPr lang="en-IN" sz="2100" dirty="0">
                <a:latin typeface="Times New Roman" panose="02020603050405020304" pitchFamily="18" charset="0"/>
                <a:cs typeface="Times New Roman" panose="02020603050405020304" pitchFamily="18" charset="0"/>
              </a:rPr>
              <a:t>Hostel administrators face difficulty in managing multiple complaints. </a:t>
            </a:r>
          </a:p>
          <a:p>
            <a:pPr lvl="0" algn="just"/>
            <a:r>
              <a:rPr lang="en-IN" sz="2100" dirty="0">
                <a:latin typeface="Times New Roman" panose="02020603050405020304" pitchFamily="18" charset="0"/>
                <a:cs typeface="Times New Roman" panose="02020603050405020304" pitchFamily="18" charset="0"/>
              </a:rPr>
              <a:t>Complaint resolution time is difficult to monitor. </a:t>
            </a:r>
          </a:p>
          <a:p>
            <a:pPr lvl="0" algn="just"/>
            <a:r>
              <a:rPr lang="en-IN" sz="2100" dirty="0">
                <a:latin typeface="Times New Roman" panose="02020603050405020304" pitchFamily="18" charset="0"/>
                <a:cs typeface="Times New Roman" panose="02020603050405020304" pitchFamily="18" charset="0"/>
              </a:rPr>
              <a:t>Generating complaint reports manually is time-consuming. </a:t>
            </a:r>
          </a:p>
          <a:p>
            <a:pPr lvl="0" algn="just"/>
            <a:r>
              <a:rPr lang="en-IN" sz="2100" dirty="0">
                <a:latin typeface="Times New Roman" panose="02020603050405020304" pitchFamily="18" charset="0"/>
                <a:cs typeface="Times New Roman" panose="02020603050405020304" pitchFamily="18" charset="0"/>
              </a:rPr>
              <a:t>A digital system is needed for efficient and transparent complaint management.</a:t>
            </a:r>
          </a:p>
          <a:p>
            <a:pPr algn="just" fontAlgn="auto">
              <a:spcAft>
                <a:spcPts val="0"/>
              </a:spcAft>
              <a:defRPr/>
            </a:pPr>
            <a:endParaRPr lang="en-US" altLang="en-US" sz="2400" dirty="0">
              <a:solidFill>
                <a:srgbClr val="0000FF"/>
              </a:solidFill>
            </a:endParaRPr>
          </a:p>
          <a:p>
            <a:pPr fontAlgn="auto">
              <a:spcAft>
                <a:spcPts val="0"/>
              </a:spcAft>
              <a:defRPr/>
            </a:pPr>
            <a:endParaRPr lang="en-US" altLang="en-US" sz="2400" dirty="0">
              <a:solidFill>
                <a:srgbClr val="0000FF"/>
              </a:solidFill>
            </a:endParaRPr>
          </a:p>
        </p:txBody>
      </p:sp>
      <p:sp>
        <p:nvSpPr>
          <p:cNvPr id="2" name="Date Placeholder 1">
            <a:extLst>
              <a:ext uri="{FF2B5EF4-FFF2-40B4-BE49-F238E27FC236}">
                <a16:creationId xmlns:a16="http://schemas.microsoft.com/office/drawing/2014/main" id="{491A6484-CC97-4EFA-A49C-39AC976E4AE7}"/>
              </a:ext>
            </a:extLst>
          </p:cNvPr>
          <p:cNvSpPr>
            <a:spLocks noGrp="1"/>
          </p:cNvSpPr>
          <p:nvPr>
            <p:ph type="dt" sz="quarter" idx="10"/>
          </p:nvPr>
        </p:nvSpPr>
        <p:spPr/>
        <p:txBody>
          <a:bodyPr/>
          <a:lstStyle/>
          <a:p>
            <a:pPr>
              <a:defRPr/>
            </a:pPr>
            <a:fld id="{62045F47-43EB-4CFA-85B8-57EC616EA918}" type="datetime3">
              <a:rPr lang="en-US"/>
              <a:pPr>
                <a:defRPr/>
              </a:pPr>
              <a:t>5 October 2026</a:t>
            </a:fld>
            <a:endParaRPr lang="en-US" dirty="0"/>
          </a:p>
        </p:txBody>
      </p:sp>
      <p:sp>
        <p:nvSpPr>
          <p:cNvPr id="4" name="Footer Placeholder 3">
            <a:extLst>
              <a:ext uri="{FF2B5EF4-FFF2-40B4-BE49-F238E27FC236}">
                <a16:creationId xmlns:a16="http://schemas.microsoft.com/office/drawing/2014/main" id="{A52F8061-1F0A-8158-4003-C781019C9B0B}"/>
              </a:ext>
            </a:extLst>
          </p:cNvPr>
          <p:cNvSpPr>
            <a:spLocks noGrp="1"/>
          </p:cNvSpPr>
          <p:nvPr>
            <p:ph type="ftr" sz="quarter" idx="11"/>
          </p:nvPr>
        </p:nvSpPr>
        <p:spPr>
          <a:xfrm>
            <a:off x="2640013" y="4857750"/>
            <a:ext cx="5984875" cy="206375"/>
          </a:xfrm>
        </p:spPr>
        <p:txBody>
          <a:bodyPr/>
          <a:lstStyle/>
          <a:p>
            <a:pPr>
              <a:defRPr/>
            </a:pPr>
            <a:r>
              <a:rPr lang="en-US" dirty="0"/>
              <a:t>BATCH NO:          DEPARTMENT OF COMPUTER SCIENCE &amp; ENGINEERING </a:t>
            </a:r>
          </a:p>
        </p:txBody>
      </p:sp>
      <p:sp>
        <p:nvSpPr>
          <p:cNvPr id="13317" name="Slide Number Placeholder 3">
            <a:extLst>
              <a:ext uri="{FF2B5EF4-FFF2-40B4-BE49-F238E27FC236}">
                <a16:creationId xmlns:a16="http://schemas.microsoft.com/office/drawing/2014/main" id="{28736287-5957-27F0-4848-E90469D6A3B0}"/>
              </a:ext>
            </a:extLst>
          </p:cNvPr>
          <p:cNvSpPr>
            <a:spLocks noGrp="1" noChangeArrowheads="1"/>
          </p:cNvSpPr>
          <p:nvPr>
            <p:ph type="sldNum" sz="quarter" idx="12"/>
          </p:nvPr>
        </p:nvSpPr>
        <p:spPr bwMode="auto">
          <a:ln>
            <a:miter lim="800000"/>
            <a:headEnd/>
            <a:tailEnd/>
          </a:ln>
        </p:spPr>
        <p:txBody>
          <a:bodyPr>
            <a:norm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0000"/>
              </a:lnSpc>
            </a:pPr>
            <a:fld id="{74B10787-8E96-497C-A5D1-AEDB665D2012}" type="slidenum">
              <a:rPr lang="en-US" altLang="en-US">
                <a:solidFill>
                  <a:srgbClr val="898989"/>
                </a:solidFill>
              </a:rPr>
              <a:pPr>
                <a:lnSpc>
                  <a:spcPct val="90000"/>
                </a:lnSpc>
              </a:pPr>
              <a:t>3</a:t>
            </a:fld>
            <a:endParaRPr lang="en-US" altLang="en-US">
              <a:solidFill>
                <a:srgbClr val="898989"/>
              </a:solidFill>
            </a:endParaRPr>
          </a:p>
        </p:txBody>
      </p:sp>
      <p:sp>
        <p:nvSpPr>
          <p:cNvPr id="4103" name="Rectangle 4">
            <a:extLst>
              <a:ext uri="{FF2B5EF4-FFF2-40B4-BE49-F238E27FC236}">
                <a16:creationId xmlns:a16="http://schemas.microsoft.com/office/drawing/2014/main" id="{84AAE3AC-F6E8-9CB3-D08B-1E85BAB4E34D}"/>
              </a:ext>
            </a:extLst>
          </p:cNvPr>
          <p:cNvSpPr>
            <a:spLocks noChangeArrowheads="1"/>
          </p:cNvSpPr>
          <p:nvPr/>
        </p:nvSpPr>
        <p:spPr bwMode="auto">
          <a:xfrm>
            <a:off x="630864" y="1181891"/>
            <a:ext cx="24466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b="1" dirty="0">
                <a:solidFill>
                  <a:srgbClr val="000000"/>
                </a:solidFill>
                <a:latin typeface="Times New Roman" panose="02020603050405020304" pitchFamily="18" charset="0"/>
                <a:ea typeface="Open Sans Extra Bold"/>
                <a:cs typeface="Times New Roman" panose="02020603050405020304" pitchFamily="18" charset="0"/>
                <a:sym typeface="Open Sans Extra Bold"/>
              </a:rPr>
              <a:t>Problem Statement: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8F022020-722E-CAB8-B333-DDE1E0698DF4}"/>
              </a:ext>
            </a:extLst>
          </p:cNvPr>
          <p:cNvSpPr>
            <a:spLocks noGrp="1"/>
          </p:cNvSpPr>
          <p:nvPr>
            <p:ph type="title"/>
          </p:nvPr>
        </p:nvSpPr>
        <p:spPr>
          <a:xfrm>
            <a:off x="314960" y="168017"/>
            <a:ext cx="8229600" cy="857250"/>
          </a:xfrm>
        </p:spPr>
        <p:txBody>
          <a:bodyPr/>
          <a:lstStyle/>
          <a:p>
            <a:r>
              <a:rPr lang="en-US" altLang="en-US" sz="2400" b="1" dirty="0">
                <a:solidFill>
                  <a:srgbClr val="000000"/>
                </a:solidFill>
                <a:latin typeface="Times New Roman" panose="02020603050405020304" pitchFamily="18" charset="0"/>
                <a:ea typeface="Open Sans Extra Bold"/>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C864E888-6137-3850-58A8-71F920349A9D}"/>
              </a:ext>
            </a:extLst>
          </p:cNvPr>
          <p:cNvSpPr>
            <a:spLocks noGrp="1"/>
          </p:cNvSpPr>
          <p:nvPr>
            <p:ph idx="1"/>
          </p:nvPr>
        </p:nvSpPr>
        <p:spPr>
          <a:xfrm>
            <a:off x="147320" y="782840"/>
            <a:ext cx="8564880" cy="3692017"/>
          </a:xfrm>
        </p:spPr>
        <p:txBody>
          <a:bodyPr rtlCol="0">
            <a:normAutofit fontScale="70000" lnSpcReduction="20000"/>
          </a:bodyPr>
          <a:lstStyle/>
          <a:p>
            <a:pPr marL="0" indent="0" fontAlgn="auto">
              <a:spcAft>
                <a:spcPts val="0"/>
              </a:spcAft>
              <a:buNone/>
              <a:defRPr/>
            </a:pPr>
            <a:r>
              <a:rPr lang="en-US" sz="2900" b="1" dirty="0">
                <a:solidFill>
                  <a:srgbClr val="000000"/>
                </a:solidFill>
                <a:latin typeface="Times New Roman" panose="02020603050405020304" pitchFamily="18" charset="0"/>
                <a:ea typeface="Open Sans Extra Bold"/>
                <a:cs typeface="Times New Roman" pitchFamily="18" charset="0"/>
                <a:sym typeface="Open Sans Extra Bold"/>
              </a:rPr>
              <a:t>  Project Goal </a:t>
            </a:r>
            <a:r>
              <a:rPr lang="en-US" sz="1800" b="1" dirty="0">
                <a:solidFill>
                  <a:srgbClr val="000000"/>
                </a:solidFill>
                <a:latin typeface="Times New Roman" panose="02020603050405020304" pitchFamily="18" charset="0"/>
                <a:ea typeface="Open Sans Extra Bold"/>
                <a:cs typeface="Times New Roman" pitchFamily="18" charset="0"/>
                <a:sym typeface="Open Sans Extra Bold"/>
              </a:rPr>
              <a:t>:</a:t>
            </a:r>
          </a:p>
          <a:p>
            <a:pPr marL="0" indent="0" fontAlgn="auto">
              <a:spcAft>
                <a:spcPts val="0"/>
              </a:spcAft>
              <a:buNone/>
              <a:defRPr/>
            </a:pPr>
            <a:endParaRPr lang="en-US" sz="1800" b="1" dirty="0">
              <a:solidFill>
                <a:srgbClr val="000000"/>
              </a:solidFill>
              <a:latin typeface="Times New Roman" panose="02020603050405020304" pitchFamily="18" charset="0"/>
              <a:ea typeface="Open Sans Extra Bold"/>
              <a:cs typeface="Times New Roman" pitchFamily="18" charset="0"/>
              <a:sym typeface="Open Sans Extra Bold"/>
            </a:endParaRPr>
          </a:p>
          <a:p>
            <a:pPr lvl="0"/>
            <a:r>
              <a:rPr lang="en-IN" sz="2600" dirty="0">
                <a:latin typeface="Times New Roman" panose="02020603050405020304" pitchFamily="18" charset="0"/>
                <a:cs typeface="Times New Roman" panose="02020603050405020304" pitchFamily="18" charset="0"/>
              </a:rPr>
              <a:t>To develop a centralized hostel complaint management system. </a:t>
            </a:r>
          </a:p>
          <a:p>
            <a:pPr lvl="0"/>
            <a:r>
              <a:rPr lang="en-IN" sz="2600" dirty="0">
                <a:latin typeface="Times New Roman" panose="02020603050405020304" pitchFamily="18" charset="0"/>
                <a:cs typeface="Times New Roman" panose="02020603050405020304" pitchFamily="18" charset="0"/>
              </a:rPr>
              <a:t>To allow students to submit complaints easily. </a:t>
            </a:r>
          </a:p>
          <a:p>
            <a:pPr lvl="0"/>
            <a:r>
              <a:rPr lang="en-IN" sz="2600" dirty="0">
                <a:latin typeface="Times New Roman" panose="02020603050405020304" pitchFamily="18" charset="0"/>
                <a:cs typeface="Times New Roman" panose="02020603050405020304" pitchFamily="18" charset="0"/>
              </a:rPr>
              <a:t>To provide real-time complaint status tracking. </a:t>
            </a:r>
          </a:p>
          <a:p>
            <a:pPr lvl="0"/>
            <a:r>
              <a:rPr lang="en-IN" sz="2600" dirty="0">
                <a:latin typeface="Times New Roman" panose="02020603050405020304" pitchFamily="18" charset="0"/>
                <a:cs typeface="Times New Roman" panose="02020603050405020304" pitchFamily="18" charset="0"/>
              </a:rPr>
              <a:t>To help wardens manage and assign complaints efficiently. </a:t>
            </a:r>
          </a:p>
          <a:p>
            <a:pPr lvl="0"/>
            <a:r>
              <a:rPr lang="en-IN" sz="2600" dirty="0">
                <a:latin typeface="Times New Roman" panose="02020603050405020304" pitchFamily="18" charset="0"/>
                <a:cs typeface="Times New Roman" panose="02020603050405020304" pitchFamily="18" charset="0"/>
              </a:rPr>
              <a:t>To reduce complaint resolution time. </a:t>
            </a:r>
          </a:p>
          <a:p>
            <a:pPr lvl="0"/>
            <a:r>
              <a:rPr lang="en-IN" sz="2600" dirty="0">
                <a:latin typeface="Times New Roman" panose="02020603050405020304" pitchFamily="18" charset="0"/>
                <a:cs typeface="Times New Roman" panose="02020603050405020304" pitchFamily="18" charset="0"/>
              </a:rPr>
              <a:t>To provide notifications for complaint updates. </a:t>
            </a:r>
          </a:p>
          <a:p>
            <a:pPr lvl="0"/>
            <a:r>
              <a:rPr lang="en-IN" sz="2600" dirty="0">
                <a:latin typeface="Times New Roman" panose="02020603050405020304" pitchFamily="18" charset="0"/>
                <a:cs typeface="Times New Roman" panose="02020603050405020304" pitchFamily="18" charset="0"/>
              </a:rPr>
              <a:t>To maintain organized complaint records. </a:t>
            </a:r>
          </a:p>
          <a:p>
            <a:pPr lvl="0"/>
            <a:r>
              <a:rPr lang="en-IN" sz="2600" dirty="0">
                <a:latin typeface="Times New Roman" panose="02020603050405020304" pitchFamily="18" charset="0"/>
                <a:cs typeface="Times New Roman" panose="02020603050405020304" pitchFamily="18" charset="0"/>
              </a:rPr>
              <a:t>To improve communication between students and hostel staff. </a:t>
            </a:r>
          </a:p>
          <a:p>
            <a:pPr lvl="0"/>
            <a:r>
              <a:rPr lang="en-IN" sz="2600" dirty="0">
                <a:latin typeface="Times New Roman" panose="02020603050405020304" pitchFamily="18" charset="0"/>
                <a:cs typeface="Times New Roman" panose="02020603050405020304" pitchFamily="18" charset="0"/>
              </a:rPr>
              <a:t>To generate reports for better management. </a:t>
            </a:r>
          </a:p>
          <a:p>
            <a:pPr lvl="0"/>
            <a:r>
              <a:rPr lang="en-IN" sz="2600" dirty="0">
                <a:latin typeface="Times New Roman" panose="02020603050405020304" pitchFamily="18" charset="0"/>
                <a:cs typeface="Times New Roman" panose="02020603050405020304" pitchFamily="18" charset="0"/>
              </a:rPr>
              <a:t>To provide a transparent and efficient complaint resolution process</a:t>
            </a:r>
            <a:r>
              <a:rPr lang="en-IN" dirty="0">
                <a:latin typeface="Times New Roman" panose="02020603050405020304" pitchFamily="18" charset="0"/>
                <a:cs typeface="Times New Roman" panose="02020603050405020304" pitchFamily="18" charset="0"/>
              </a:rPr>
              <a:t>.</a:t>
            </a:r>
          </a:p>
          <a:p>
            <a:pPr marL="0" indent="0" fontAlgn="auto">
              <a:spcAft>
                <a:spcPts val="0"/>
              </a:spcAft>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ED545E3A-59A0-F2C3-6FCA-B3FFBDAB6E33}"/>
              </a:ext>
            </a:extLst>
          </p:cNvPr>
          <p:cNvSpPr>
            <a:spLocks noGrp="1"/>
          </p:cNvSpPr>
          <p:nvPr>
            <p:ph type="dt" sz="quarter" idx="10"/>
          </p:nvPr>
        </p:nvSpPr>
        <p:spPr/>
        <p:txBody>
          <a:bodyPr/>
          <a:lstStyle/>
          <a:p>
            <a:pPr>
              <a:defRPr/>
            </a:pPr>
            <a:fld id="{BB9E9B86-2CF4-48B1-B6D7-BAFE5AD3290E}" type="datetime3">
              <a:rPr lang="en-US"/>
              <a:pPr>
                <a:defRPr/>
              </a:pPr>
              <a:t>5 October 2026</a:t>
            </a:fld>
            <a:endParaRPr lang="en-US" dirty="0"/>
          </a:p>
        </p:txBody>
      </p:sp>
      <p:sp>
        <p:nvSpPr>
          <p:cNvPr id="5" name="Footer Placeholder 4">
            <a:extLst>
              <a:ext uri="{FF2B5EF4-FFF2-40B4-BE49-F238E27FC236}">
                <a16:creationId xmlns:a16="http://schemas.microsoft.com/office/drawing/2014/main" id="{163ECDEF-5FB2-41D4-A9A6-62742594CABD}"/>
              </a:ext>
            </a:extLst>
          </p:cNvPr>
          <p:cNvSpPr>
            <a:spLocks noGrp="1"/>
          </p:cNvSpPr>
          <p:nvPr>
            <p:ph type="ftr" sz="quarter" idx="11"/>
          </p:nvPr>
        </p:nvSpPr>
        <p:spPr>
          <a:xfrm>
            <a:off x="2005013" y="4767263"/>
            <a:ext cx="6394450" cy="274637"/>
          </a:xfrm>
        </p:spPr>
        <p:txBody>
          <a:bodyPr/>
          <a:lstStyle/>
          <a:p>
            <a:pPr>
              <a:defRPr/>
            </a:pPr>
            <a:r>
              <a:rPr lang="en-US" dirty="0"/>
              <a:t>BATCH NO:          DEPARTMENT OF COMPUTER SCIENCE &amp; ENGINEERING </a:t>
            </a:r>
          </a:p>
        </p:txBody>
      </p:sp>
      <p:sp>
        <p:nvSpPr>
          <p:cNvPr id="6" name="Slide Number Placeholder 5">
            <a:extLst>
              <a:ext uri="{FF2B5EF4-FFF2-40B4-BE49-F238E27FC236}">
                <a16:creationId xmlns:a16="http://schemas.microsoft.com/office/drawing/2014/main" id="{AA143B1A-EDD7-8565-EB5F-BB510AD83C1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C44D15D-0C9B-4055-9C3E-65A476A46754}" type="slidenum">
              <a:rPr lang="en-US" altLang="en-US">
                <a:solidFill>
                  <a:srgbClr val="898989"/>
                </a:solidFill>
              </a:rPr>
              <a:pPr/>
              <a:t>4</a:t>
            </a:fld>
            <a:endParaRPr lang="en-US" altLang="en-US">
              <a:solidFill>
                <a:srgbClr val="89898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47EC8880-2A27-F425-8A49-8F9807530839}"/>
              </a:ext>
            </a:extLst>
          </p:cNvPr>
          <p:cNvSpPr>
            <a:spLocks noGrp="1"/>
          </p:cNvSpPr>
          <p:nvPr>
            <p:ph type="title"/>
          </p:nvPr>
        </p:nvSpPr>
        <p:spPr>
          <a:xfrm>
            <a:off x="457200" y="169862"/>
            <a:ext cx="8229600" cy="857250"/>
          </a:xfrm>
        </p:spPr>
        <p:txBody>
          <a:bodyPr/>
          <a:lstStyle/>
          <a:p>
            <a:r>
              <a:rPr lang="en-US" altLang="en-US" sz="2400"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0E7EEE94-4000-61F3-E4F3-24996B6361E4}"/>
              </a:ext>
            </a:extLst>
          </p:cNvPr>
          <p:cNvSpPr>
            <a:spLocks noGrp="1"/>
          </p:cNvSpPr>
          <p:nvPr>
            <p:ph idx="1"/>
          </p:nvPr>
        </p:nvSpPr>
        <p:spPr>
          <a:xfrm>
            <a:off x="439479" y="1027112"/>
            <a:ext cx="8229600" cy="3394075"/>
          </a:xfrm>
        </p:spPr>
        <p:txBody>
          <a:bodyPr rtlCol="0">
            <a:normAutofit/>
          </a:bodyPr>
          <a:lstStyle/>
          <a:p>
            <a:pPr marL="0" indent="0" fontAlgn="auto">
              <a:spcAft>
                <a:spcPts val="0"/>
              </a:spcAft>
              <a:buNone/>
              <a:defRPr/>
            </a:pPr>
            <a:r>
              <a:rPr lang="en-US" sz="1800" b="1" dirty="0">
                <a:solidFill>
                  <a:srgbClr val="000000"/>
                </a:solidFill>
                <a:latin typeface="Times New Roman" panose="02020603050405020304" pitchFamily="18" charset="0"/>
                <a:ea typeface="Open Sans Extra Bold"/>
                <a:cs typeface="Times New Roman" pitchFamily="18" charset="0"/>
                <a:sym typeface="Open Sans Extra Bold"/>
              </a:rPr>
              <a:t>      Brief Overview:</a:t>
            </a:r>
            <a:endParaRPr lang="en-IN" sz="1800" dirty="0">
              <a:latin typeface="Times New Roman" panose="02020603050405020304" pitchFamily="18" charset="0"/>
              <a:cs typeface="Times New Roman" pitchFamily="18" charset="0"/>
            </a:endParaRPr>
          </a:p>
          <a:p>
            <a:pPr fontAlgn="auto">
              <a:spcAft>
                <a:spcPts val="0"/>
              </a:spcAft>
              <a:defRPr/>
            </a:pPr>
            <a:r>
              <a:rPr lang="en-IN" sz="1800" dirty="0">
                <a:latin typeface="Times New Roman" panose="02020603050405020304" pitchFamily="18" charset="0"/>
                <a:cs typeface="Times New Roman" pitchFamily="18" charset="0"/>
              </a:rPr>
              <a:t>Traditional hostel complaint management is often handled through registers, verbal communication, or manual forms. These methods can cause delays, difficulty in tracking complaints, and poor communication between students and hostel administrators. Students may also have limited information about the progress of their complaints.</a:t>
            </a:r>
            <a:endParaRPr lang="en-US" dirty="0">
              <a:latin typeface="Times New Roman" panose="02020603050405020304" pitchFamily="18" charset="0"/>
              <a:cs typeface="Times New Roman" panose="02020603050405020304" pitchFamily="18" charset="0"/>
            </a:endParaRPr>
          </a:p>
          <a:p>
            <a:pPr fontAlgn="auto">
              <a:spcAft>
                <a:spcPts val="0"/>
              </a:spcAft>
              <a:defRPr/>
            </a:pPr>
            <a:r>
              <a:rPr lang="en-IN" sz="1900" dirty="0">
                <a:latin typeface="Times New Roman" panose="02020603050405020304" pitchFamily="18" charset="0"/>
                <a:cs typeface="Times New Roman" panose="02020603050405020304" pitchFamily="18" charset="0"/>
              </a:rPr>
              <a:t>A digital Hostel Complaint Management System provides a centralized platform for submitting, tracking, assigning, and resolving complaints. It helps wardens manage complaints efficiently, maintain complaint records, send status updates, and generate reports. This improves transparency, reduces response time, and provides better service to hostel students.</a:t>
            </a:r>
            <a:endParaRPr lang="en-US" sz="19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33B7078-0B8F-626C-C6AD-A30E8791328C}"/>
              </a:ext>
            </a:extLst>
          </p:cNvPr>
          <p:cNvSpPr>
            <a:spLocks noGrp="1"/>
          </p:cNvSpPr>
          <p:nvPr>
            <p:ph type="dt" sz="quarter" idx="10"/>
          </p:nvPr>
        </p:nvSpPr>
        <p:spPr/>
        <p:txBody>
          <a:bodyPr/>
          <a:lstStyle/>
          <a:p>
            <a:pPr>
              <a:defRPr/>
            </a:pPr>
            <a:fld id="{BB9E9B86-2CF4-48B1-B6D7-BAFE5AD3290E}" type="datetime3">
              <a:rPr lang="en-US"/>
              <a:pPr>
                <a:defRPr/>
              </a:pPr>
              <a:t>5 October 2026</a:t>
            </a:fld>
            <a:endParaRPr lang="en-US" dirty="0"/>
          </a:p>
        </p:txBody>
      </p:sp>
      <p:sp>
        <p:nvSpPr>
          <p:cNvPr id="5" name="Footer Placeholder 4">
            <a:extLst>
              <a:ext uri="{FF2B5EF4-FFF2-40B4-BE49-F238E27FC236}">
                <a16:creationId xmlns:a16="http://schemas.microsoft.com/office/drawing/2014/main" id="{0BBD18AD-F4D9-781F-D320-650CCDAAC36E}"/>
              </a:ext>
            </a:extLst>
          </p:cNvPr>
          <p:cNvSpPr>
            <a:spLocks noGrp="1"/>
          </p:cNvSpPr>
          <p:nvPr>
            <p:ph type="ftr" sz="quarter" idx="11"/>
          </p:nvPr>
        </p:nvSpPr>
        <p:spPr>
          <a:xfrm>
            <a:off x="1960563" y="4767263"/>
            <a:ext cx="6345237" cy="274637"/>
          </a:xfrm>
        </p:spPr>
        <p:txBody>
          <a:bodyPr/>
          <a:lstStyle/>
          <a:p>
            <a:pPr>
              <a:defRPr/>
            </a:pPr>
            <a:r>
              <a:rPr lang="en-US" dirty="0"/>
              <a:t>BATCH NO:          DEPARTMENT OF COMPUTER SCIENCE &amp; ENGINEERING </a:t>
            </a:r>
          </a:p>
        </p:txBody>
      </p:sp>
      <p:sp>
        <p:nvSpPr>
          <p:cNvPr id="6" name="Slide Number Placeholder 5">
            <a:extLst>
              <a:ext uri="{FF2B5EF4-FFF2-40B4-BE49-F238E27FC236}">
                <a16:creationId xmlns:a16="http://schemas.microsoft.com/office/drawing/2014/main" id="{5CF16D10-1F98-70F5-897D-CD9C760CD68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3A99D2D-08D2-4F1B-BADB-CD476CBC575C}" type="slidenum">
              <a:rPr lang="en-US" altLang="en-US">
                <a:solidFill>
                  <a:srgbClr val="898989"/>
                </a:solidFill>
              </a:rPr>
              <a:pPr/>
              <a:t>5</a:t>
            </a:fld>
            <a:endParaRPr lang="en-US" altLang="en-US">
              <a:solidFill>
                <a:srgbClr val="89898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8611952-9F3B-2A39-02BD-8C48DED202E3}"/>
              </a:ext>
            </a:extLst>
          </p:cNvPr>
          <p:cNvSpPr>
            <a:spLocks noGrp="1" noChangeArrowheads="1"/>
          </p:cNvSpPr>
          <p:nvPr>
            <p:ph type="title"/>
          </p:nvPr>
        </p:nvSpPr>
        <p:spPr>
          <a:xfrm>
            <a:off x="403050" y="298276"/>
            <a:ext cx="8229600" cy="857250"/>
          </a:xfrm>
        </p:spPr>
        <p:txBody>
          <a:bodyPr/>
          <a:lstStyle/>
          <a:p>
            <a:r>
              <a:rPr lang="en-US" altLang="en-US" sz="2400" b="1" dirty="0">
                <a:latin typeface="Times New Roman" panose="02020603050405020304" pitchFamily="18" charset="0"/>
                <a:cs typeface="Times New Roman" panose="02020603050405020304" pitchFamily="18" charset="0"/>
              </a:rPr>
              <a:t>Literature Survey </a:t>
            </a:r>
          </a:p>
        </p:txBody>
      </p:sp>
      <p:sp>
        <p:nvSpPr>
          <p:cNvPr id="13315" name="Rectangle 3">
            <a:extLst>
              <a:ext uri="{FF2B5EF4-FFF2-40B4-BE49-F238E27FC236}">
                <a16:creationId xmlns:a16="http://schemas.microsoft.com/office/drawing/2014/main" id="{8F216641-2596-FA21-489F-A5FB7CD0BFB5}"/>
              </a:ext>
            </a:extLst>
          </p:cNvPr>
          <p:cNvSpPr>
            <a:spLocks noGrp="1"/>
          </p:cNvSpPr>
          <p:nvPr>
            <p:ph idx="1"/>
          </p:nvPr>
        </p:nvSpPr>
        <p:spPr>
          <a:xfrm>
            <a:off x="457200" y="1123950"/>
            <a:ext cx="8229600" cy="3468688"/>
          </a:xfrm>
        </p:spPr>
        <p:txBody>
          <a:bodyPr rtlCol="0">
            <a:normAutofit/>
          </a:bodyPr>
          <a:lstStyle/>
          <a:p>
            <a:pPr fontAlgn="auto">
              <a:spcAft>
                <a:spcPts val="0"/>
              </a:spcAft>
              <a:buFont typeface="Arial" panose="020B0604020202020204" pitchFamily="34" charset="0"/>
              <a:buNone/>
              <a:defRPr/>
            </a:pPr>
            <a:endParaRPr lang="en-US" sz="2400" dirty="0"/>
          </a:p>
          <a:p>
            <a:pPr fontAlgn="auto">
              <a:spcAft>
                <a:spcPts val="0"/>
              </a:spcAft>
              <a:defRPr/>
            </a:pPr>
            <a:endParaRPr lang="en-US" altLang="en-US" sz="2400" dirty="0">
              <a:solidFill>
                <a:srgbClr val="0000FF"/>
              </a:solidFill>
            </a:endParaRPr>
          </a:p>
          <a:p>
            <a:pPr marL="0" indent="0" fontAlgn="auto">
              <a:spcAft>
                <a:spcPts val="0"/>
              </a:spcAft>
              <a:buFont typeface="Arial" panose="020B0604020202020204" pitchFamily="34" charset="0"/>
              <a:buNone/>
              <a:defRPr/>
            </a:pPr>
            <a:endParaRPr lang="en-US" altLang="en-US" sz="2400" dirty="0">
              <a:solidFill>
                <a:srgbClr val="0000FF"/>
              </a:solidFill>
            </a:endParaRPr>
          </a:p>
        </p:txBody>
      </p:sp>
      <p:sp>
        <p:nvSpPr>
          <p:cNvPr id="2" name="Date Placeholder 1">
            <a:extLst>
              <a:ext uri="{FF2B5EF4-FFF2-40B4-BE49-F238E27FC236}">
                <a16:creationId xmlns:a16="http://schemas.microsoft.com/office/drawing/2014/main" id="{6F273DE2-9FFC-D9DF-5D81-CE8AA23AB528}"/>
              </a:ext>
            </a:extLst>
          </p:cNvPr>
          <p:cNvSpPr>
            <a:spLocks noGrp="1"/>
          </p:cNvSpPr>
          <p:nvPr>
            <p:ph type="dt" sz="quarter" idx="10"/>
          </p:nvPr>
        </p:nvSpPr>
        <p:spPr>
          <a:xfrm>
            <a:off x="457200" y="4735513"/>
            <a:ext cx="2133600" cy="274637"/>
          </a:xfrm>
        </p:spPr>
        <p:txBody>
          <a:bodyPr/>
          <a:lstStyle/>
          <a:p>
            <a:pPr>
              <a:defRPr/>
            </a:pPr>
            <a:fld id="{7B357140-C9D4-4989-A73C-42BDB9E92689}" type="datetime3">
              <a:rPr lang="en-US"/>
              <a:pPr>
                <a:defRPr/>
              </a:pPr>
              <a:t>5 October 2026</a:t>
            </a:fld>
            <a:endParaRPr lang="en-US" dirty="0"/>
          </a:p>
        </p:txBody>
      </p:sp>
      <p:sp>
        <p:nvSpPr>
          <p:cNvPr id="4" name="Footer Placeholder 3">
            <a:extLst>
              <a:ext uri="{FF2B5EF4-FFF2-40B4-BE49-F238E27FC236}">
                <a16:creationId xmlns:a16="http://schemas.microsoft.com/office/drawing/2014/main" id="{3A7DF5CA-55D7-B7AF-A453-0EAF054E12F2}"/>
              </a:ext>
            </a:extLst>
          </p:cNvPr>
          <p:cNvSpPr>
            <a:spLocks noGrp="1"/>
          </p:cNvSpPr>
          <p:nvPr>
            <p:ph type="ftr" sz="quarter" idx="11"/>
          </p:nvPr>
        </p:nvSpPr>
        <p:spPr>
          <a:xfrm>
            <a:off x="2582863" y="4762500"/>
            <a:ext cx="6040437" cy="206375"/>
          </a:xfrm>
        </p:spPr>
        <p:txBody>
          <a:bodyPr/>
          <a:lstStyle/>
          <a:p>
            <a:pPr>
              <a:defRPr/>
            </a:pPr>
            <a:r>
              <a:rPr lang="en-US" dirty="0"/>
              <a:t>BATCH NO:          DEPARTMENT OF COMPUTER SCIENCE &amp; ENGINEERING </a:t>
            </a:r>
          </a:p>
        </p:txBody>
      </p:sp>
      <p:sp>
        <p:nvSpPr>
          <p:cNvPr id="13317" name="Slide Number Placeholder 3">
            <a:extLst>
              <a:ext uri="{FF2B5EF4-FFF2-40B4-BE49-F238E27FC236}">
                <a16:creationId xmlns:a16="http://schemas.microsoft.com/office/drawing/2014/main" id="{68C18557-D069-022D-5654-FF160137C52D}"/>
              </a:ext>
            </a:extLst>
          </p:cNvPr>
          <p:cNvSpPr>
            <a:spLocks noGrp="1" noChangeArrowheads="1"/>
          </p:cNvSpPr>
          <p:nvPr>
            <p:ph type="sldNum" sz="quarter" idx="12"/>
          </p:nvPr>
        </p:nvSpPr>
        <p:spPr bwMode="auto">
          <a:ln>
            <a:miter lim="800000"/>
            <a:headEnd/>
            <a:tailEnd/>
          </a:ln>
        </p:spPr>
        <p:txBody>
          <a:bodyPr>
            <a:norm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0000"/>
              </a:lnSpc>
            </a:pPr>
            <a:fld id="{F8AE5F40-BA3B-4CC3-8743-A031E28BA705}" type="slidenum">
              <a:rPr lang="en-US" altLang="en-US">
                <a:solidFill>
                  <a:srgbClr val="898989"/>
                </a:solidFill>
              </a:rPr>
              <a:pPr>
                <a:lnSpc>
                  <a:spcPct val="90000"/>
                </a:lnSpc>
              </a:pPr>
              <a:t>6</a:t>
            </a:fld>
            <a:endParaRPr lang="en-US" altLang="en-US">
              <a:solidFill>
                <a:srgbClr val="898989"/>
              </a:solidFill>
            </a:endParaRPr>
          </a:p>
        </p:txBody>
      </p:sp>
      <p:sp>
        <p:nvSpPr>
          <p:cNvPr id="5" name="Rectangle 4">
            <a:extLst>
              <a:ext uri="{FF2B5EF4-FFF2-40B4-BE49-F238E27FC236}">
                <a16:creationId xmlns:a16="http://schemas.microsoft.com/office/drawing/2014/main" id="{26440745-6A0E-E659-FA03-E3549F3C543A}"/>
              </a:ext>
            </a:extLst>
          </p:cNvPr>
          <p:cNvSpPr/>
          <p:nvPr/>
        </p:nvSpPr>
        <p:spPr>
          <a:xfrm>
            <a:off x="255234" y="1330151"/>
            <a:ext cx="8525233" cy="3056286"/>
          </a:xfrm>
          <a:prstGeom prst="rect">
            <a:avLst/>
          </a:prstGeom>
        </p:spPr>
        <p:txBody>
          <a:bodyPr wrap="square">
            <a:spAutoFit/>
          </a:bodyPr>
          <a:lstStyle/>
          <a:p>
            <a:pPr marL="285750" indent="-285750" fontAlgn="auto">
              <a:lnSpc>
                <a:spcPts val="3079"/>
              </a:lnSpc>
              <a:spcAft>
                <a:spcPts val="0"/>
              </a:spcAft>
              <a:buFont typeface="Arial" pitchFamily="34" charset="0"/>
              <a:buChar char="•"/>
              <a:defRPr/>
            </a:pPr>
            <a:r>
              <a:rPr lang="en-US" b="1" dirty="0">
                <a:solidFill>
                  <a:srgbClr val="000000"/>
                </a:solidFill>
                <a:latin typeface="Times New Roman" panose="02020603050405020304" pitchFamily="18" charset="0"/>
                <a:ea typeface="Open Sans Extra Bold"/>
                <a:cs typeface="Times New Roman" pitchFamily="18" charset="0"/>
                <a:sym typeface="Open Sans Extra Bold"/>
              </a:rPr>
              <a:t>Existing Systems and Related Works: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Existing hostel systems commonly use </a:t>
            </a:r>
            <a:r>
              <a:rPr lang="en-IN" b="1" dirty="0">
                <a:latin typeface="Times New Roman" panose="02020603050405020304" pitchFamily="18" charset="0"/>
                <a:cs typeface="Times New Roman" panose="02020603050405020304" pitchFamily="18" charset="0"/>
              </a:rPr>
              <a:t>manual complaint registers and complaint boxes</a:t>
            </a:r>
            <a:r>
              <a:rPr lang="en-IN" dirty="0">
                <a:latin typeface="Times New Roman" panose="02020603050405020304" pitchFamily="18" charset="0"/>
                <a:cs typeface="Times New Roman" panose="02020603050405020304" pitchFamily="18" charset="0"/>
              </a:rPr>
              <a:t>, which make tracking and maintaining complaint records difficult. </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Web-based complaint management systems</a:t>
            </a:r>
            <a:r>
              <a:rPr lang="en-IN" dirty="0">
                <a:latin typeface="Times New Roman" panose="02020603050405020304" pitchFamily="18" charset="0"/>
                <a:cs typeface="Times New Roman" panose="02020603050405020304" pitchFamily="18" charset="0"/>
              </a:rPr>
              <a:t> allow students to register complaints online and enable administrators to monitor and update their status. </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Ticket-based models</a:t>
            </a:r>
            <a:r>
              <a:rPr lang="en-IN" dirty="0">
                <a:latin typeface="Times New Roman" panose="02020603050405020304" pitchFamily="18" charset="0"/>
                <a:cs typeface="Times New Roman" panose="02020603050405020304" pitchFamily="18" charset="0"/>
              </a:rPr>
              <a:t> provide a unique complaint ID, helping students track the progress of their complaints from registration to resolution. </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Role-based systems</a:t>
            </a:r>
            <a:r>
              <a:rPr lang="en-IN" dirty="0">
                <a:latin typeface="Times New Roman" panose="02020603050405020304" pitchFamily="18" charset="0"/>
                <a:cs typeface="Times New Roman" panose="02020603050405020304" pitchFamily="18" charset="0"/>
              </a:rPr>
              <a:t> provide separate access for students, wardens, and maintenance staff, making complaint assignment and management more organized.</a:t>
            </a:r>
          </a:p>
          <a:p>
            <a:pPr fontAlgn="auto">
              <a:lnSpc>
                <a:spcPts val="3079"/>
              </a:lnSpc>
              <a:spcAft>
                <a:spcPts val="0"/>
              </a:spcAft>
              <a:defRPr/>
            </a:pPr>
            <a:endParaRPr lang="en-US" b="1" dirty="0">
              <a:solidFill>
                <a:srgbClr val="000000"/>
              </a:solidFill>
              <a:latin typeface="Open Sans Extra Bold"/>
              <a:ea typeface="Open Sans Extra Bold"/>
              <a:cs typeface="Open Sans Extra Bold"/>
              <a:sym typeface="Open Sans Extra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96E2A5D-D8C5-464E-D9A6-9651FEE7A651}"/>
              </a:ext>
            </a:extLst>
          </p:cNvPr>
          <p:cNvSpPr>
            <a:spLocks noGrp="1" noChangeArrowheads="1"/>
          </p:cNvSpPr>
          <p:nvPr>
            <p:ph type="title"/>
          </p:nvPr>
        </p:nvSpPr>
        <p:spPr>
          <a:xfrm>
            <a:off x="457200" y="336550"/>
            <a:ext cx="8229600" cy="857250"/>
          </a:xfrm>
        </p:spPr>
        <p:txBody>
          <a:bodyPr/>
          <a:lstStyle/>
          <a:p>
            <a:r>
              <a:rPr lang="en-US" altLang="en-US" sz="2400" b="1" dirty="0">
                <a:latin typeface="Times New Roman" panose="02020603050405020304" pitchFamily="18" charset="0"/>
                <a:cs typeface="Times New Roman" panose="02020603050405020304" pitchFamily="18" charset="0"/>
              </a:rPr>
              <a:t>Problem Statement</a:t>
            </a:r>
          </a:p>
        </p:txBody>
      </p:sp>
      <p:sp>
        <p:nvSpPr>
          <p:cNvPr id="8195" name="Rectangle 3">
            <a:extLst>
              <a:ext uri="{FF2B5EF4-FFF2-40B4-BE49-F238E27FC236}">
                <a16:creationId xmlns:a16="http://schemas.microsoft.com/office/drawing/2014/main" id="{0DDC50DE-D7B5-8B4D-9D33-31D82AEC3201}"/>
              </a:ext>
            </a:extLst>
          </p:cNvPr>
          <p:cNvSpPr>
            <a:spLocks noGrp="1"/>
          </p:cNvSpPr>
          <p:nvPr>
            <p:ph idx="1"/>
          </p:nvPr>
        </p:nvSpPr>
        <p:spPr>
          <a:xfrm>
            <a:off x="457200" y="1331913"/>
            <a:ext cx="8229600" cy="3297237"/>
          </a:xfrm>
        </p:spPr>
        <p:txBody>
          <a:bodyPr/>
          <a:lstStyle/>
          <a:p>
            <a:pPr marL="0" indent="0">
              <a:buNone/>
            </a:pPr>
            <a:endParaRPr lang="en-IN" sz="2400" b="1" dirty="0"/>
          </a:p>
          <a:p>
            <a:pPr lvl="0"/>
            <a:r>
              <a:rPr lang="en-IN" sz="2400" dirty="0">
                <a:latin typeface="Times New Roman" panose="02020603050405020304" pitchFamily="18" charset="0"/>
                <a:cs typeface="Times New Roman" panose="02020603050405020304" pitchFamily="18" charset="0"/>
              </a:rPr>
              <a:t>Manual processes can cause delays in complaint resolution.</a:t>
            </a:r>
          </a:p>
          <a:p>
            <a:pPr lvl="0"/>
            <a:r>
              <a:rPr lang="en-IN" sz="2400" dirty="0">
                <a:latin typeface="Times New Roman" panose="02020603050405020304" pitchFamily="18" charset="0"/>
                <a:cs typeface="Times New Roman" panose="02020603050405020304" pitchFamily="18" charset="0"/>
              </a:rPr>
              <a:t>Students may not get real-time updates on complaint status.</a:t>
            </a:r>
          </a:p>
          <a:p>
            <a:pPr lvl="0"/>
            <a:r>
              <a:rPr lang="en-IN" sz="2400" dirty="0">
                <a:latin typeface="Times New Roman" panose="02020603050405020304" pitchFamily="18" charset="0"/>
                <a:cs typeface="Times New Roman" panose="02020603050405020304" pitchFamily="18" charset="0"/>
              </a:rPr>
              <a:t>Complaint assignment and priority management can be inefficient.</a:t>
            </a:r>
          </a:p>
          <a:p>
            <a:pPr lvl="0"/>
            <a:r>
              <a:rPr lang="en-IN" sz="2400" dirty="0">
                <a:latin typeface="Times New Roman" panose="02020603050405020304" pitchFamily="18" charset="0"/>
                <a:cs typeface="Times New Roman" panose="02020603050405020304" pitchFamily="18" charset="0"/>
              </a:rPr>
              <a:t>Existing systems may have limited reporting and feedback features.</a:t>
            </a:r>
          </a:p>
          <a:p>
            <a:endParaRPr lang="en-US" altLang="en-US" sz="2400" dirty="0">
              <a:solidFill>
                <a:srgbClr val="0000FF"/>
              </a:solidFill>
            </a:endParaRPr>
          </a:p>
        </p:txBody>
      </p:sp>
      <p:sp>
        <p:nvSpPr>
          <p:cNvPr id="2" name="Date Placeholder 1">
            <a:extLst>
              <a:ext uri="{FF2B5EF4-FFF2-40B4-BE49-F238E27FC236}">
                <a16:creationId xmlns:a16="http://schemas.microsoft.com/office/drawing/2014/main" id="{E8415B0A-E00F-0FC1-A51B-36468344ECF4}"/>
              </a:ext>
            </a:extLst>
          </p:cNvPr>
          <p:cNvSpPr>
            <a:spLocks noGrp="1"/>
          </p:cNvSpPr>
          <p:nvPr>
            <p:ph type="dt" sz="quarter" idx="10"/>
          </p:nvPr>
        </p:nvSpPr>
        <p:spPr/>
        <p:txBody>
          <a:bodyPr/>
          <a:lstStyle/>
          <a:p>
            <a:pPr>
              <a:defRPr/>
            </a:pPr>
            <a:fld id="{ACACBBD2-2467-438D-92B5-6E0AEE3BCC72}" type="datetime3">
              <a:rPr lang="en-US"/>
              <a:pPr>
                <a:defRPr/>
              </a:pPr>
              <a:t>5 October 2026</a:t>
            </a:fld>
            <a:endParaRPr lang="en-US" dirty="0"/>
          </a:p>
        </p:txBody>
      </p:sp>
      <p:sp>
        <p:nvSpPr>
          <p:cNvPr id="4" name="Footer Placeholder 3">
            <a:extLst>
              <a:ext uri="{FF2B5EF4-FFF2-40B4-BE49-F238E27FC236}">
                <a16:creationId xmlns:a16="http://schemas.microsoft.com/office/drawing/2014/main" id="{5B4FB71D-FFA5-74DA-A737-B3AF9315E9EE}"/>
              </a:ext>
            </a:extLst>
          </p:cNvPr>
          <p:cNvSpPr>
            <a:spLocks noGrp="1"/>
          </p:cNvSpPr>
          <p:nvPr>
            <p:ph type="ftr" sz="quarter" idx="11"/>
          </p:nvPr>
        </p:nvSpPr>
        <p:spPr>
          <a:xfrm>
            <a:off x="2640013" y="4857750"/>
            <a:ext cx="6108700" cy="206375"/>
          </a:xfrm>
        </p:spPr>
        <p:txBody>
          <a:bodyPr/>
          <a:lstStyle/>
          <a:p>
            <a:pPr>
              <a:defRPr/>
            </a:pPr>
            <a:r>
              <a:rPr lang="en-US" dirty="0"/>
              <a:t>BATCH NO:          DEPARTMENT OF COMPUTER SCIENCE &amp; ENGINEERING </a:t>
            </a:r>
          </a:p>
        </p:txBody>
      </p:sp>
      <p:sp>
        <p:nvSpPr>
          <p:cNvPr id="17413" name="Slide Number Placeholder 3">
            <a:extLst>
              <a:ext uri="{FF2B5EF4-FFF2-40B4-BE49-F238E27FC236}">
                <a16:creationId xmlns:a16="http://schemas.microsoft.com/office/drawing/2014/main" id="{DFEC5B45-2714-13E2-CDE6-DDEDB38F35C9}"/>
              </a:ext>
            </a:extLst>
          </p:cNvPr>
          <p:cNvSpPr>
            <a:spLocks noGrp="1" noChangeArrowheads="1"/>
          </p:cNvSpPr>
          <p:nvPr>
            <p:ph type="sldNum" sz="quarter" idx="12"/>
          </p:nvPr>
        </p:nvSpPr>
        <p:spPr bwMode="auto">
          <a:ln>
            <a:miter lim="800000"/>
            <a:headEnd/>
            <a:tailEnd/>
          </a:ln>
        </p:spPr>
        <p:txBody>
          <a:bodyPr>
            <a:norm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0000"/>
              </a:lnSpc>
            </a:pPr>
            <a:fld id="{E9B06AC8-62FA-43F5-9AC1-6F7C36E79D81}" type="slidenum">
              <a:rPr lang="en-US" altLang="en-US">
                <a:solidFill>
                  <a:srgbClr val="898989"/>
                </a:solidFill>
              </a:rPr>
              <a:pPr>
                <a:lnSpc>
                  <a:spcPct val="90000"/>
                </a:lnSpc>
              </a:pPr>
              <a:t>7</a:t>
            </a:fld>
            <a:endParaRPr lang="en-US" altLang="en-US">
              <a:solidFill>
                <a:srgbClr val="898989"/>
              </a:solidFill>
            </a:endParaRPr>
          </a:p>
        </p:txBody>
      </p:sp>
      <p:sp>
        <p:nvSpPr>
          <p:cNvPr id="8199" name="Rectangle 5">
            <a:extLst>
              <a:ext uri="{FF2B5EF4-FFF2-40B4-BE49-F238E27FC236}">
                <a16:creationId xmlns:a16="http://schemas.microsoft.com/office/drawing/2014/main" id="{59106CBB-E659-04AD-6809-29B791DA1A10}"/>
              </a:ext>
            </a:extLst>
          </p:cNvPr>
          <p:cNvSpPr>
            <a:spLocks noChangeArrowheads="1"/>
          </p:cNvSpPr>
          <p:nvPr/>
        </p:nvSpPr>
        <p:spPr bwMode="auto">
          <a:xfrm>
            <a:off x="683366" y="1284287"/>
            <a:ext cx="40241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b="1" dirty="0">
                <a:solidFill>
                  <a:srgbClr val="000000"/>
                </a:solidFill>
                <a:latin typeface="Times New Roman" panose="02020603050405020304" pitchFamily="18" charset="0"/>
                <a:ea typeface="Open Sans Extra Bold"/>
                <a:cs typeface="Times New Roman" panose="02020603050405020304" pitchFamily="18" charset="0"/>
                <a:sym typeface="Open Sans Extra Bold"/>
              </a:rPr>
              <a:t>Limitations of Existing Solutions</a:t>
            </a:r>
            <a:endParaRPr lang="en-IN" altLang="en-US" sz="2000" dirty="0">
              <a:latin typeface="Times New Roman" panose="02020603050405020304" pitchFamily="18" charset="0"/>
              <a:ea typeface="Open Sans Extra Bold"/>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42AB3FBB-D055-6B32-EA7E-9067D4D67513}"/>
              </a:ext>
            </a:extLst>
          </p:cNvPr>
          <p:cNvSpPr>
            <a:spLocks noGrp="1" noChangeArrowheads="1"/>
          </p:cNvSpPr>
          <p:nvPr>
            <p:ph type="title"/>
          </p:nvPr>
        </p:nvSpPr>
        <p:spPr>
          <a:xfrm>
            <a:off x="453813" y="240110"/>
            <a:ext cx="8229600" cy="857250"/>
          </a:xfrm>
        </p:spPr>
        <p:txBody>
          <a:bodyPr/>
          <a:lstStyle/>
          <a:p>
            <a:r>
              <a:rPr lang="en-US" altLang="en-US" sz="2400" b="1" dirty="0">
                <a:latin typeface="Times New Roman" panose="02020603050405020304" pitchFamily="18" charset="0"/>
                <a:cs typeface="Times New Roman" panose="02020603050405020304" pitchFamily="18" charset="0"/>
              </a:rPr>
              <a:t>Proposed Methodology</a:t>
            </a:r>
          </a:p>
        </p:txBody>
      </p:sp>
      <p:sp>
        <p:nvSpPr>
          <p:cNvPr id="17411" name="Rectangle 3">
            <a:extLst>
              <a:ext uri="{FF2B5EF4-FFF2-40B4-BE49-F238E27FC236}">
                <a16:creationId xmlns:a16="http://schemas.microsoft.com/office/drawing/2014/main" id="{2EB50CA5-0414-A720-AC59-42E0BD2FEDE5}"/>
              </a:ext>
            </a:extLst>
          </p:cNvPr>
          <p:cNvSpPr>
            <a:spLocks noGrp="1"/>
          </p:cNvSpPr>
          <p:nvPr>
            <p:ph idx="1"/>
          </p:nvPr>
        </p:nvSpPr>
        <p:spPr>
          <a:xfrm>
            <a:off x="192088" y="1221582"/>
            <a:ext cx="8494712" cy="3297237"/>
          </a:xfrm>
        </p:spPr>
        <p:txBody>
          <a:bodyPr rtlCol="0">
            <a:normAutofit fontScale="70000" lnSpcReduction="20000"/>
          </a:bodyPr>
          <a:lstStyle/>
          <a:p>
            <a:pPr marL="0" indent="0">
              <a:buNone/>
            </a:pPr>
            <a:endParaRPr lang="en-IN" sz="2400" b="1" dirty="0"/>
          </a:p>
          <a:p>
            <a:pPr lvl="0"/>
            <a:r>
              <a:rPr lang="en-IN" sz="2600" b="1" dirty="0">
                <a:latin typeface="Times New Roman" panose="02020603050405020304" pitchFamily="18" charset="0"/>
                <a:cs typeface="Times New Roman" panose="02020603050405020304" pitchFamily="18" charset="0"/>
              </a:rPr>
              <a:t>User Registration &amp; Login</a:t>
            </a:r>
            <a:r>
              <a:rPr lang="en-IN" sz="2600" dirty="0">
                <a:latin typeface="Times New Roman" panose="02020603050405020304" pitchFamily="18" charset="0"/>
                <a:cs typeface="Times New Roman" panose="02020603050405020304" pitchFamily="18" charset="0"/>
              </a:rPr>
              <a:t> – Provide secure login for students, wardens, and staff.</a:t>
            </a:r>
          </a:p>
          <a:p>
            <a:pPr lvl="0"/>
            <a:r>
              <a:rPr lang="en-IN" sz="2600" b="1" dirty="0">
                <a:latin typeface="Times New Roman" panose="02020603050405020304" pitchFamily="18" charset="0"/>
                <a:cs typeface="Times New Roman" panose="02020603050405020304" pitchFamily="18" charset="0"/>
              </a:rPr>
              <a:t>Complaint Registration</a:t>
            </a:r>
            <a:r>
              <a:rPr lang="en-IN" sz="2600" dirty="0">
                <a:latin typeface="Times New Roman" panose="02020603050405020304" pitchFamily="18" charset="0"/>
                <a:cs typeface="Times New Roman" panose="02020603050405020304" pitchFamily="18" charset="0"/>
              </a:rPr>
              <a:t> – Students can submit complaints with relevant details.</a:t>
            </a:r>
          </a:p>
          <a:p>
            <a:pPr lvl="0"/>
            <a:r>
              <a:rPr lang="en-IN" sz="2600" b="1" dirty="0">
                <a:latin typeface="Times New Roman" panose="02020603050405020304" pitchFamily="18" charset="0"/>
                <a:cs typeface="Times New Roman" panose="02020603050405020304" pitchFamily="18" charset="0"/>
              </a:rPr>
              <a:t>Complaint Categorization</a:t>
            </a:r>
            <a:r>
              <a:rPr lang="en-IN" sz="2600" dirty="0">
                <a:latin typeface="Times New Roman" panose="02020603050405020304" pitchFamily="18" charset="0"/>
                <a:cs typeface="Times New Roman" panose="02020603050405020304" pitchFamily="18" charset="0"/>
              </a:rPr>
              <a:t> – Classify complaints into electrical, plumbing, food, cleanliness, etc.</a:t>
            </a:r>
          </a:p>
          <a:p>
            <a:pPr lvl="0"/>
            <a:r>
              <a:rPr lang="en-IN" sz="2600" b="1" dirty="0">
                <a:latin typeface="Times New Roman" panose="02020603050405020304" pitchFamily="18" charset="0"/>
                <a:cs typeface="Times New Roman" panose="02020603050405020304" pitchFamily="18" charset="0"/>
              </a:rPr>
              <a:t>Priority Assignment</a:t>
            </a:r>
            <a:r>
              <a:rPr lang="en-IN" sz="2600" dirty="0">
                <a:latin typeface="Times New Roman" panose="02020603050405020304" pitchFamily="18" charset="0"/>
                <a:cs typeface="Times New Roman" panose="02020603050405020304" pitchFamily="18" charset="0"/>
              </a:rPr>
              <a:t> – Assign priority based on the urgency of the complaint.</a:t>
            </a:r>
          </a:p>
          <a:p>
            <a:pPr lvl="0"/>
            <a:r>
              <a:rPr lang="en-IN" sz="2600" b="1" dirty="0">
                <a:latin typeface="Times New Roman" panose="02020603050405020304" pitchFamily="18" charset="0"/>
                <a:cs typeface="Times New Roman" panose="02020603050405020304" pitchFamily="18" charset="0"/>
              </a:rPr>
              <a:t>Staff Assignment</a:t>
            </a:r>
            <a:r>
              <a:rPr lang="en-IN" sz="2600" dirty="0">
                <a:latin typeface="Times New Roman" panose="02020603050405020304" pitchFamily="18" charset="0"/>
                <a:cs typeface="Times New Roman" panose="02020603050405020304" pitchFamily="18" charset="0"/>
              </a:rPr>
              <a:t> – Warden assigns complaints to the appropriate maintenance staff.</a:t>
            </a:r>
          </a:p>
          <a:p>
            <a:pPr lvl="0"/>
            <a:r>
              <a:rPr lang="en-IN" sz="2600" b="1" dirty="0">
                <a:latin typeface="Times New Roman" panose="02020603050405020304" pitchFamily="18" charset="0"/>
                <a:cs typeface="Times New Roman" panose="02020603050405020304" pitchFamily="18" charset="0"/>
              </a:rPr>
              <a:t>Complaint Tracking</a:t>
            </a:r>
            <a:r>
              <a:rPr lang="en-IN" sz="2600" dirty="0">
                <a:latin typeface="Times New Roman" panose="02020603050405020304" pitchFamily="18" charset="0"/>
                <a:cs typeface="Times New Roman" panose="02020603050405020304" pitchFamily="18" charset="0"/>
              </a:rPr>
              <a:t> – Track complaints from submission to resolution.</a:t>
            </a:r>
          </a:p>
          <a:p>
            <a:pPr lvl="0"/>
            <a:r>
              <a:rPr lang="en-IN" sz="2600" b="1" dirty="0">
                <a:latin typeface="Times New Roman" panose="02020603050405020304" pitchFamily="18" charset="0"/>
                <a:cs typeface="Times New Roman" panose="02020603050405020304" pitchFamily="18" charset="0"/>
              </a:rPr>
              <a:t>Notifications</a:t>
            </a:r>
            <a:r>
              <a:rPr lang="en-IN" sz="2600" dirty="0">
                <a:latin typeface="Times New Roman" panose="02020603050405020304" pitchFamily="18" charset="0"/>
                <a:cs typeface="Times New Roman" panose="02020603050405020304" pitchFamily="18" charset="0"/>
              </a:rPr>
              <a:t> – Send updates to students whenever the complaint status changes.</a:t>
            </a:r>
          </a:p>
          <a:p>
            <a:pPr lvl="0"/>
            <a:r>
              <a:rPr lang="en-IN" sz="2600" b="1" dirty="0">
                <a:latin typeface="Times New Roman" panose="02020603050405020304" pitchFamily="18" charset="0"/>
                <a:cs typeface="Times New Roman" panose="02020603050405020304" pitchFamily="18" charset="0"/>
              </a:rPr>
              <a:t>Feedback System</a:t>
            </a:r>
            <a:r>
              <a:rPr lang="en-IN" sz="2600" dirty="0">
                <a:latin typeface="Times New Roman" panose="02020603050405020304" pitchFamily="18" charset="0"/>
                <a:cs typeface="Times New Roman" panose="02020603050405020304" pitchFamily="18" charset="0"/>
              </a:rPr>
              <a:t> – Allow students to provide feedback after resolution.</a:t>
            </a:r>
          </a:p>
          <a:p>
            <a:pPr lvl="0"/>
            <a:r>
              <a:rPr lang="en-IN" sz="2600" b="1" dirty="0">
                <a:latin typeface="Times New Roman" panose="02020603050405020304" pitchFamily="18" charset="0"/>
                <a:cs typeface="Times New Roman" panose="02020603050405020304" pitchFamily="18" charset="0"/>
              </a:rPr>
              <a:t>Reports &amp; Analytics</a:t>
            </a:r>
            <a:r>
              <a:rPr lang="en-IN" sz="2600" dirty="0">
                <a:latin typeface="Times New Roman" panose="02020603050405020304" pitchFamily="18" charset="0"/>
                <a:cs typeface="Times New Roman" panose="02020603050405020304" pitchFamily="18" charset="0"/>
              </a:rPr>
              <a:t> – Generate reports to monitor complaints and improve hostel services.</a:t>
            </a:r>
          </a:p>
          <a:p>
            <a:pPr marL="119062" indent="0" fontAlgn="auto">
              <a:spcAft>
                <a:spcPts val="0"/>
              </a:spcAft>
              <a:buFont typeface="Arial" panose="020B0604020202020204" pitchFamily="34" charset="0"/>
              <a:buNone/>
              <a:defRPr/>
            </a:pPr>
            <a:endParaRPr lang="en-US" altLang="en-US" sz="2400" dirty="0">
              <a:solidFill>
                <a:srgbClr val="0000FF"/>
              </a:solidFill>
            </a:endParaRPr>
          </a:p>
        </p:txBody>
      </p:sp>
      <p:sp>
        <p:nvSpPr>
          <p:cNvPr id="2" name="Date Placeholder 1">
            <a:extLst>
              <a:ext uri="{FF2B5EF4-FFF2-40B4-BE49-F238E27FC236}">
                <a16:creationId xmlns:a16="http://schemas.microsoft.com/office/drawing/2014/main" id="{2AF0E9DA-B5D4-8D87-2380-ABC1394B85ED}"/>
              </a:ext>
            </a:extLst>
          </p:cNvPr>
          <p:cNvSpPr>
            <a:spLocks noGrp="1"/>
          </p:cNvSpPr>
          <p:nvPr>
            <p:ph type="dt" sz="quarter" idx="10"/>
          </p:nvPr>
        </p:nvSpPr>
        <p:spPr/>
        <p:txBody>
          <a:bodyPr/>
          <a:lstStyle/>
          <a:p>
            <a:pPr>
              <a:defRPr/>
            </a:pPr>
            <a:fld id="{93769019-FB0F-4A75-9CAB-E3ABAFEBEF9F}" type="datetime3">
              <a:rPr lang="en-US"/>
              <a:pPr>
                <a:defRPr/>
              </a:pPr>
              <a:t>5 October 2026</a:t>
            </a:fld>
            <a:endParaRPr lang="en-US" dirty="0"/>
          </a:p>
        </p:txBody>
      </p:sp>
      <p:sp>
        <p:nvSpPr>
          <p:cNvPr id="4" name="Footer Placeholder 3">
            <a:extLst>
              <a:ext uri="{FF2B5EF4-FFF2-40B4-BE49-F238E27FC236}">
                <a16:creationId xmlns:a16="http://schemas.microsoft.com/office/drawing/2014/main" id="{9596EE48-22D8-AF7A-0D49-4339AF1DFA42}"/>
              </a:ext>
            </a:extLst>
          </p:cNvPr>
          <p:cNvSpPr>
            <a:spLocks noGrp="1"/>
          </p:cNvSpPr>
          <p:nvPr>
            <p:ph type="ftr" sz="quarter" idx="11"/>
          </p:nvPr>
        </p:nvSpPr>
        <p:spPr>
          <a:xfrm>
            <a:off x="2640013" y="4857750"/>
            <a:ext cx="5949950" cy="206375"/>
          </a:xfrm>
        </p:spPr>
        <p:txBody>
          <a:bodyPr/>
          <a:lstStyle/>
          <a:p>
            <a:pPr>
              <a:defRPr/>
            </a:pPr>
            <a:r>
              <a:rPr lang="en-US" dirty="0"/>
              <a:t>BATCH NO:          DEPARTMENT OF COMPUTER SCIENCE &amp; ENGINEERING </a:t>
            </a:r>
          </a:p>
        </p:txBody>
      </p:sp>
      <p:sp>
        <p:nvSpPr>
          <p:cNvPr id="17413" name="Slide Number Placeholder 3">
            <a:extLst>
              <a:ext uri="{FF2B5EF4-FFF2-40B4-BE49-F238E27FC236}">
                <a16:creationId xmlns:a16="http://schemas.microsoft.com/office/drawing/2014/main" id="{DA3C95F6-31F0-1D5F-D321-5502A448AFD9}"/>
              </a:ext>
            </a:extLst>
          </p:cNvPr>
          <p:cNvSpPr>
            <a:spLocks noGrp="1" noChangeArrowheads="1"/>
          </p:cNvSpPr>
          <p:nvPr>
            <p:ph type="sldNum" sz="quarter" idx="12"/>
          </p:nvPr>
        </p:nvSpPr>
        <p:spPr bwMode="auto">
          <a:ln>
            <a:miter lim="800000"/>
            <a:headEnd/>
            <a:tailEnd/>
          </a:ln>
        </p:spPr>
        <p:txBody>
          <a:bodyPr>
            <a:norm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0000"/>
              </a:lnSpc>
            </a:pPr>
            <a:fld id="{1A52633F-027D-4DA7-A544-FBC51B4176B2}" type="slidenum">
              <a:rPr lang="en-US" altLang="en-US">
                <a:solidFill>
                  <a:srgbClr val="898989"/>
                </a:solidFill>
              </a:rPr>
              <a:pPr>
                <a:lnSpc>
                  <a:spcPct val="90000"/>
                </a:lnSpc>
              </a:pPr>
              <a:t>8</a:t>
            </a:fld>
            <a:endParaRPr lang="en-US" altLang="en-US">
              <a:solidFill>
                <a:srgbClr val="89898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7D1E0397-EC2F-FF4B-C47E-3708BA8F8A0F}"/>
              </a:ext>
            </a:extLst>
          </p:cNvPr>
          <p:cNvSpPr>
            <a:spLocks noGrp="1" noChangeArrowheads="1"/>
          </p:cNvSpPr>
          <p:nvPr>
            <p:ph type="title"/>
          </p:nvPr>
        </p:nvSpPr>
        <p:spPr>
          <a:xfrm>
            <a:off x="457200" y="338138"/>
            <a:ext cx="8229600" cy="857250"/>
          </a:xfrm>
        </p:spPr>
        <p:txBody>
          <a:bodyPr/>
          <a:lstStyle/>
          <a:p>
            <a:r>
              <a:rPr lang="en-US" altLang="en-US" sz="2400" b="1">
                <a:latin typeface="Times New Roman" panose="02020603050405020304" pitchFamily="18" charset="0"/>
                <a:cs typeface="Times New Roman" panose="02020603050405020304" pitchFamily="18" charset="0"/>
              </a:rPr>
              <a:t>Proposed System Architecture</a:t>
            </a:r>
          </a:p>
        </p:txBody>
      </p:sp>
      <p:sp>
        <p:nvSpPr>
          <p:cNvPr id="10243" name="Rectangle 3">
            <a:extLst>
              <a:ext uri="{FF2B5EF4-FFF2-40B4-BE49-F238E27FC236}">
                <a16:creationId xmlns:a16="http://schemas.microsoft.com/office/drawing/2014/main" id="{376559C3-D8C7-C129-DAA5-FD48A58CCE6F}"/>
              </a:ext>
            </a:extLst>
          </p:cNvPr>
          <p:cNvSpPr>
            <a:spLocks noGrp="1"/>
          </p:cNvSpPr>
          <p:nvPr>
            <p:ph idx="1"/>
          </p:nvPr>
        </p:nvSpPr>
        <p:spPr>
          <a:xfrm>
            <a:off x="692150" y="1449388"/>
            <a:ext cx="8229600" cy="3297237"/>
          </a:xfrm>
        </p:spPr>
        <p:txBody>
          <a:bodyPr/>
          <a:lstStyle/>
          <a:p>
            <a:pPr algn="just"/>
            <a:endParaRPr lang="en-US" altLang="en-US" sz="2400">
              <a:latin typeface="Times New Roman" panose="02020603050405020304" pitchFamily="18" charset="0"/>
              <a:cs typeface="Times New Roman" panose="02020603050405020304" pitchFamily="18" charset="0"/>
            </a:endParaRPr>
          </a:p>
          <a:p>
            <a:endParaRPr lang="en-US" altLang="en-US" sz="2400">
              <a:solidFill>
                <a:srgbClr val="0000FF"/>
              </a:solidFill>
            </a:endParaRPr>
          </a:p>
        </p:txBody>
      </p:sp>
      <p:sp>
        <p:nvSpPr>
          <p:cNvPr id="2" name="Date Placeholder 1">
            <a:extLst>
              <a:ext uri="{FF2B5EF4-FFF2-40B4-BE49-F238E27FC236}">
                <a16:creationId xmlns:a16="http://schemas.microsoft.com/office/drawing/2014/main" id="{00E609B8-DA12-1372-BE51-6753CF70BEC9}"/>
              </a:ext>
            </a:extLst>
          </p:cNvPr>
          <p:cNvSpPr>
            <a:spLocks noGrp="1"/>
          </p:cNvSpPr>
          <p:nvPr>
            <p:ph type="dt" sz="quarter" idx="10"/>
          </p:nvPr>
        </p:nvSpPr>
        <p:spPr/>
        <p:txBody>
          <a:bodyPr/>
          <a:lstStyle/>
          <a:p>
            <a:pPr>
              <a:defRPr/>
            </a:pPr>
            <a:fld id="{C27BE6DF-541C-4495-BC6C-4CB756F946FF}" type="datetime3">
              <a:rPr lang="en-US"/>
              <a:pPr>
                <a:defRPr/>
              </a:pPr>
              <a:t>5 October 2026</a:t>
            </a:fld>
            <a:endParaRPr lang="en-US" dirty="0"/>
          </a:p>
        </p:txBody>
      </p:sp>
      <p:sp>
        <p:nvSpPr>
          <p:cNvPr id="4" name="Footer Placeholder 3">
            <a:extLst>
              <a:ext uri="{FF2B5EF4-FFF2-40B4-BE49-F238E27FC236}">
                <a16:creationId xmlns:a16="http://schemas.microsoft.com/office/drawing/2014/main" id="{818D461E-0222-1D07-2F3A-FF173AF9630C}"/>
              </a:ext>
            </a:extLst>
          </p:cNvPr>
          <p:cNvSpPr>
            <a:spLocks noGrp="1"/>
          </p:cNvSpPr>
          <p:nvPr>
            <p:ph type="ftr" sz="quarter" idx="11"/>
          </p:nvPr>
        </p:nvSpPr>
        <p:spPr>
          <a:xfrm>
            <a:off x="2640013" y="4857750"/>
            <a:ext cx="5976937" cy="206375"/>
          </a:xfrm>
        </p:spPr>
        <p:txBody>
          <a:bodyPr/>
          <a:lstStyle/>
          <a:p>
            <a:pPr>
              <a:defRPr/>
            </a:pPr>
            <a:r>
              <a:rPr lang="en-US" dirty="0"/>
              <a:t>BATCH NO:          DEPARTMENT OF COMPUTER SCIENCE &amp; ENGINEERING </a:t>
            </a:r>
          </a:p>
        </p:txBody>
      </p:sp>
      <p:sp>
        <p:nvSpPr>
          <p:cNvPr id="17413" name="Slide Number Placeholder 3">
            <a:extLst>
              <a:ext uri="{FF2B5EF4-FFF2-40B4-BE49-F238E27FC236}">
                <a16:creationId xmlns:a16="http://schemas.microsoft.com/office/drawing/2014/main" id="{6BB786DD-C5D3-60D2-CFDC-F95A4963FE82}"/>
              </a:ext>
            </a:extLst>
          </p:cNvPr>
          <p:cNvSpPr>
            <a:spLocks noGrp="1" noChangeArrowheads="1"/>
          </p:cNvSpPr>
          <p:nvPr>
            <p:ph type="sldNum" sz="quarter" idx="12"/>
          </p:nvPr>
        </p:nvSpPr>
        <p:spPr bwMode="auto">
          <a:ln>
            <a:miter lim="800000"/>
            <a:headEnd/>
            <a:tailEnd/>
          </a:ln>
        </p:spPr>
        <p:txBody>
          <a:bodyPr>
            <a:norm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0000"/>
              </a:lnSpc>
            </a:pPr>
            <a:fld id="{44161777-1F8F-4160-B6C3-5954074C8664}" type="slidenum">
              <a:rPr lang="en-US" altLang="en-US">
                <a:solidFill>
                  <a:srgbClr val="898989"/>
                </a:solidFill>
              </a:rPr>
              <a:pPr>
                <a:lnSpc>
                  <a:spcPct val="90000"/>
                </a:lnSpc>
              </a:pPr>
              <a:t>9</a:t>
            </a:fld>
            <a:endParaRPr lang="en-US" altLang="en-US">
              <a:solidFill>
                <a:srgbClr val="898989"/>
              </a:solidFill>
            </a:endParaRPr>
          </a:p>
        </p:txBody>
      </p:sp>
      <p:pic>
        <p:nvPicPr>
          <p:cNvPr id="7" name="Picture 6">
            <a:extLst>
              <a:ext uri="{FF2B5EF4-FFF2-40B4-BE49-F238E27FC236}">
                <a16:creationId xmlns:a16="http://schemas.microsoft.com/office/drawing/2014/main" id="{ADFB16A1-4AD9-CF07-9790-C8161D11A60E}"/>
              </a:ext>
            </a:extLst>
          </p:cNvPr>
          <p:cNvPicPr>
            <a:picLocks noChangeAspect="1"/>
          </p:cNvPicPr>
          <p:nvPr/>
        </p:nvPicPr>
        <p:blipFill>
          <a:blip r:embed="rId2"/>
          <a:stretch>
            <a:fillRect/>
          </a:stretch>
        </p:blipFill>
        <p:spPr>
          <a:xfrm>
            <a:off x="1757875" y="0"/>
            <a:ext cx="562825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D867FE8C-7FE4-B080-82A9-737012480412}"/>
              </a:ext>
            </a:extLst>
          </p:cNvPr>
          <p:cNvSpPr>
            <a:spLocks noGrp="1" noChangeArrowheads="1"/>
          </p:cNvSpPr>
          <p:nvPr>
            <p:ph type="title"/>
          </p:nvPr>
        </p:nvSpPr>
        <p:spPr>
          <a:xfrm>
            <a:off x="450850" y="325438"/>
            <a:ext cx="8229600" cy="857250"/>
          </a:xfrm>
        </p:spPr>
        <p:txBody>
          <a:bodyPr/>
          <a:lstStyle/>
          <a:p>
            <a:r>
              <a:rPr lang="en-US" altLang="en-US" sz="2400" b="1">
                <a:latin typeface="Times New Roman" panose="02020603050405020304" pitchFamily="18" charset="0"/>
                <a:cs typeface="Times New Roman" panose="02020603050405020304" pitchFamily="18" charset="0"/>
              </a:rPr>
              <a:t>Summary of Module -1  </a:t>
            </a:r>
          </a:p>
        </p:txBody>
      </p:sp>
      <p:sp>
        <p:nvSpPr>
          <p:cNvPr id="11267" name="Rectangle 3">
            <a:extLst>
              <a:ext uri="{FF2B5EF4-FFF2-40B4-BE49-F238E27FC236}">
                <a16:creationId xmlns:a16="http://schemas.microsoft.com/office/drawing/2014/main" id="{F69EDA7C-54D5-BDF0-7870-71B3812BC4AD}"/>
              </a:ext>
            </a:extLst>
          </p:cNvPr>
          <p:cNvSpPr>
            <a:spLocks noGrp="1"/>
          </p:cNvSpPr>
          <p:nvPr>
            <p:ph idx="1"/>
          </p:nvPr>
        </p:nvSpPr>
        <p:spPr>
          <a:xfrm>
            <a:off x="463550" y="210291"/>
            <a:ext cx="8229600" cy="4007359"/>
          </a:xfrm>
        </p:spPr>
        <p:txBody>
          <a:bodyPr/>
          <a:lstStyle/>
          <a:p>
            <a:pPr marL="0" lvl="0" indent="0">
              <a:buNone/>
            </a:pPr>
            <a:endParaRPr lang="en-IN" sz="2400" b="1" dirty="0"/>
          </a:p>
          <a:p>
            <a:pPr marL="0" lvl="0" indent="0">
              <a:buNone/>
            </a:pPr>
            <a:endParaRPr lang="en-IN"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Provides an overall view of all hostel complaints.</a:t>
            </a:r>
          </a:p>
          <a:p>
            <a:pPr lvl="0"/>
            <a:r>
              <a:rPr lang="en-IN" sz="2400" dirty="0">
                <a:latin typeface="Times New Roman" panose="02020603050405020304" pitchFamily="18" charset="0"/>
                <a:cs typeface="Times New Roman" panose="02020603050405020304" pitchFamily="18" charset="0"/>
              </a:rPr>
              <a:t>Displays total, pending, assigned, in-progress, and resolved complaints.</a:t>
            </a:r>
          </a:p>
          <a:p>
            <a:pPr lvl="0"/>
            <a:r>
              <a:rPr lang="en-IN" sz="2400" dirty="0">
                <a:latin typeface="Times New Roman" panose="02020603050405020304" pitchFamily="18" charset="0"/>
                <a:cs typeface="Times New Roman" panose="02020603050405020304" pitchFamily="18" charset="0"/>
              </a:rPr>
              <a:t>Shows complaint statistics based on category and priority.</a:t>
            </a:r>
          </a:p>
          <a:p>
            <a:pPr lvl="0"/>
            <a:r>
              <a:rPr lang="en-IN" sz="2400" dirty="0">
                <a:latin typeface="Times New Roman" panose="02020603050405020304" pitchFamily="18" charset="0"/>
                <a:cs typeface="Times New Roman" panose="02020603050405020304" pitchFamily="18" charset="0"/>
              </a:rPr>
              <a:t>Helps wardens monitor complaint resolution performance.</a:t>
            </a:r>
          </a:p>
          <a:p>
            <a:pPr lvl="0"/>
            <a:r>
              <a:rPr lang="en-IN" sz="2400" dirty="0">
                <a:latin typeface="Times New Roman" panose="02020603050405020304" pitchFamily="18" charset="0"/>
                <a:cs typeface="Times New Roman" panose="02020603050405020304" pitchFamily="18" charset="0"/>
              </a:rPr>
              <a:t>Provides reports and insights for improving hostel maintenance.</a:t>
            </a:r>
          </a:p>
          <a:p>
            <a:pPr lvl="0"/>
            <a:r>
              <a:rPr lang="en-IN" sz="2400" dirty="0">
                <a:latin typeface="Times New Roman" panose="02020603050405020304" pitchFamily="18" charset="0"/>
                <a:cs typeface="Times New Roman" panose="02020603050405020304" pitchFamily="18" charset="0"/>
              </a:rPr>
              <a:t>Maintains complaint history for future reference.</a:t>
            </a:r>
          </a:p>
          <a:p>
            <a:endParaRPr lang="en-US" altLang="en-US" sz="2400" dirty="0">
              <a:solidFill>
                <a:srgbClr val="0000FF"/>
              </a:solidFill>
            </a:endParaRPr>
          </a:p>
        </p:txBody>
      </p:sp>
      <p:sp>
        <p:nvSpPr>
          <p:cNvPr id="2" name="Date Placeholder 1">
            <a:extLst>
              <a:ext uri="{FF2B5EF4-FFF2-40B4-BE49-F238E27FC236}">
                <a16:creationId xmlns:a16="http://schemas.microsoft.com/office/drawing/2014/main" id="{9679E2AE-C8F0-FAC5-13E0-988CA4717FE6}"/>
              </a:ext>
            </a:extLst>
          </p:cNvPr>
          <p:cNvSpPr>
            <a:spLocks noGrp="1"/>
          </p:cNvSpPr>
          <p:nvPr>
            <p:ph type="dt" sz="quarter" idx="10"/>
          </p:nvPr>
        </p:nvSpPr>
        <p:spPr/>
        <p:txBody>
          <a:bodyPr/>
          <a:lstStyle/>
          <a:p>
            <a:pPr>
              <a:defRPr/>
            </a:pPr>
            <a:fld id="{6F33DD6B-0B28-491A-A486-1BACEB1B935B}" type="datetime3">
              <a:rPr lang="en-US"/>
              <a:pPr>
                <a:defRPr/>
              </a:pPr>
              <a:t>5 October 2026</a:t>
            </a:fld>
            <a:endParaRPr lang="en-US" dirty="0"/>
          </a:p>
        </p:txBody>
      </p:sp>
      <p:sp>
        <p:nvSpPr>
          <p:cNvPr id="4" name="Footer Placeholder 3">
            <a:extLst>
              <a:ext uri="{FF2B5EF4-FFF2-40B4-BE49-F238E27FC236}">
                <a16:creationId xmlns:a16="http://schemas.microsoft.com/office/drawing/2014/main" id="{AEAE853C-9CC9-B57C-66B9-FD28B2FD3D66}"/>
              </a:ext>
            </a:extLst>
          </p:cNvPr>
          <p:cNvSpPr>
            <a:spLocks noGrp="1"/>
          </p:cNvSpPr>
          <p:nvPr>
            <p:ph type="ftr" sz="quarter" idx="11"/>
          </p:nvPr>
        </p:nvSpPr>
        <p:spPr>
          <a:xfrm>
            <a:off x="2627313" y="4781550"/>
            <a:ext cx="6026150" cy="206375"/>
          </a:xfrm>
        </p:spPr>
        <p:txBody>
          <a:bodyPr/>
          <a:lstStyle/>
          <a:p>
            <a:pPr>
              <a:defRPr/>
            </a:pPr>
            <a:r>
              <a:rPr lang="en-US" dirty="0"/>
              <a:t>BATCH NO:          DEPARTMENT OF COMPUTER SCIENCE &amp; ENGINEERING </a:t>
            </a:r>
          </a:p>
        </p:txBody>
      </p:sp>
      <p:sp>
        <p:nvSpPr>
          <p:cNvPr id="17413" name="Slide Number Placeholder 3">
            <a:extLst>
              <a:ext uri="{FF2B5EF4-FFF2-40B4-BE49-F238E27FC236}">
                <a16:creationId xmlns:a16="http://schemas.microsoft.com/office/drawing/2014/main" id="{98B7C6A5-2063-D146-2FE1-B600F8741E6D}"/>
              </a:ext>
            </a:extLst>
          </p:cNvPr>
          <p:cNvSpPr>
            <a:spLocks noGrp="1" noChangeArrowheads="1"/>
          </p:cNvSpPr>
          <p:nvPr>
            <p:ph type="sldNum" sz="quarter" idx="12"/>
          </p:nvPr>
        </p:nvSpPr>
        <p:spPr bwMode="auto">
          <a:ln>
            <a:miter lim="800000"/>
            <a:headEnd/>
            <a:tailEnd/>
          </a:ln>
        </p:spPr>
        <p:txBody>
          <a:bodyPr>
            <a:norm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0000"/>
              </a:lnSpc>
            </a:pPr>
            <a:fld id="{BA64E9A7-F8A1-4543-AA91-02718BA48DEE}" type="slidenum">
              <a:rPr lang="en-US" altLang="en-US">
                <a:solidFill>
                  <a:srgbClr val="898989"/>
                </a:solidFill>
              </a:rPr>
              <a:pPr>
                <a:lnSpc>
                  <a:spcPct val="90000"/>
                </a:lnSpc>
              </a:pPr>
              <a:t>10</a:t>
            </a:fld>
            <a:endParaRPr lang="en-US" altLang="en-US">
              <a:solidFill>
                <a:srgbClr val="89898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5AF60E0-C961-9B4B-C135-619D97B92AE9}"/>
              </a:ext>
            </a:extLst>
          </p:cNvPr>
          <p:cNvSpPr>
            <a:spLocks noGrp="1" noChangeArrowheads="1"/>
          </p:cNvSpPr>
          <p:nvPr>
            <p:ph type="title"/>
          </p:nvPr>
        </p:nvSpPr>
        <p:spPr/>
        <p:txBody>
          <a:bodyPr anchorCtr="1"/>
          <a:lstStyle/>
          <a:p>
            <a:r>
              <a:rPr lang="en-US" altLang="en-US" sz="2400" b="1">
                <a:latin typeface="Times New Roman" panose="02020603050405020304" pitchFamily="18" charset="0"/>
                <a:cs typeface="Times New Roman" panose="02020603050405020304" pitchFamily="18" charset="0"/>
              </a:rPr>
              <a:t>Software &amp; Hardware Requirements  Specification </a:t>
            </a:r>
          </a:p>
        </p:txBody>
      </p:sp>
      <p:sp>
        <p:nvSpPr>
          <p:cNvPr id="12291" name="Rectangle 3">
            <a:extLst>
              <a:ext uri="{FF2B5EF4-FFF2-40B4-BE49-F238E27FC236}">
                <a16:creationId xmlns:a16="http://schemas.microsoft.com/office/drawing/2014/main" id="{70962526-3B97-05A9-F41B-A66A6C640816}"/>
              </a:ext>
            </a:extLst>
          </p:cNvPr>
          <p:cNvSpPr>
            <a:spLocks noGrp="1"/>
          </p:cNvSpPr>
          <p:nvPr>
            <p:ph idx="1"/>
          </p:nvPr>
        </p:nvSpPr>
        <p:spPr>
          <a:xfrm>
            <a:off x="327025" y="923131"/>
            <a:ext cx="8229600" cy="3297237"/>
          </a:xfrm>
        </p:spPr>
        <p:txBody>
          <a:bodyPr/>
          <a:lstStyle/>
          <a:p>
            <a:pPr marL="0" indent="0">
              <a:buNone/>
            </a:pPr>
            <a:r>
              <a:rPr lang="en-IN" sz="2400" b="1" dirty="0">
                <a:latin typeface="Times New Roman" panose="02020603050405020304" pitchFamily="18" charset="0"/>
                <a:cs typeface="Times New Roman" panose="02020603050405020304" pitchFamily="18" charset="0"/>
              </a:rPr>
              <a:t>  Software Requirements</a:t>
            </a:r>
          </a:p>
          <a:p>
            <a:pPr lvl="0"/>
            <a:r>
              <a:rPr lang="en-IN" sz="2400" b="1" dirty="0">
                <a:latin typeface="Times New Roman" panose="02020603050405020304" pitchFamily="18" charset="0"/>
                <a:cs typeface="Times New Roman" panose="02020603050405020304" pitchFamily="18" charset="0"/>
              </a:rPr>
              <a:t>Operating System:</a:t>
            </a:r>
            <a:r>
              <a:rPr lang="en-IN" sz="2400" dirty="0">
                <a:latin typeface="Times New Roman" panose="02020603050405020304" pitchFamily="18" charset="0"/>
                <a:cs typeface="Times New Roman" panose="02020603050405020304" pitchFamily="18" charset="0"/>
              </a:rPr>
              <a:t> Windows 10/11 or Linux </a:t>
            </a:r>
          </a:p>
          <a:p>
            <a:pPr lvl="0"/>
            <a:r>
              <a:rPr lang="en-IN" sz="2400" b="1" dirty="0">
                <a:latin typeface="Times New Roman" panose="02020603050405020304" pitchFamily="18" charset="0"/>
                <a:cs typeface="Times New Roman" panose="02020603050405020304" pitchFamily="18" charset="0"/>
              </a:rPr>
              <a:t>Frontend:</a:t>
            </a:r>
            <a:r>
              <a:rPr lang="en-IN" sz="2400" dirty="0">
                <a:latin typeface="Times New Roman" panose="02020603050405020304" pitchFamily="18" charset="0"/>
                <a:cs typeface="Times New Roman" panose="02020603050405020304" pitchFamily="18" charset="0"/>
              </a:rPr>
              <a:t> HTML, CSS, JavaScript / React.js </a:t>
            </a:r>
          </a:p>
          <a:p>
            <a:pPr lvl="0"/>
            <a:r>
              <a:rPr lang="en-IN" sz="2400" b="1" dirty="0">
                <a:latin typeface="Times New Roman" panose="02020603050405020304" pitchFamily="18" charset="0"/>
                <a:cs typeface="Times New Roman" panose="02020603050405020304" pitchFamily="18" charset="0"/>
              </a:rPr>
              <a:t>Backend:</a:t>
            </a:r>
            <a:r>
              <a:rPr lang="en-IN" sz="2400" dirty="0">
                <a:latin typeface="Times New Roman" panose="02020603050405020304" pitchFamily="18" charset="0"/>
                <a:cs typeface="Times New Roman" panose="02020603050405020304" pitchFamily="18" charset="0"/>
              </a:rPr>
              <a:t> Node.js and Express.js </a:t>
            </a:r>
          </a:p>
          <a:p>
            <a:pPr lvl="0"/>
            <a:r>
              <a:rPr lang="en-IN" sz="2400" b="1" dirty="0">
                <a:latin typeface="Times New Roman" panose="02020603050405020304" pitchFamily="18" charset="0"/>
                <a:cs typeface="Times New Roman" panose="02020603050405020304" pitchFamily="18" charset="0"/>
              </a:rPr>
              <a:t>Database:</a:t>
            </a:r>
            <a:r>
              <a:rPr lang="en-IN" sz="2400" dirty="0">
                <a:latin typeface="Times New Roman" panose="02020603050405020304" pitchFamily="18" charset="0"/>
                <a:cs typeface="Times New Roman" panose="02020603050405020304" pitchFamily="18" charset="0"/>
              </a:rPr>
              <a:t> MySQL / MongoDB </a:t>
            </a:r>
          </a:p>
          <a:p>
            <a:pPr lvl="0"/>
            <a:r>
              <a:rPr lang="en-IN" sz="2400" b="1" dirty="0">
                <a:latin typeface="Times New Roman" panose="02020603050405020304" pitchFamily="18" charset="0"/>
                <a:cs typeface="Times New Roman" panose="02020603050405020304" pitchFamily="18" charset="0"/>
              </a:rPr>
              <a:t>Development Tool:</a:t>
            </a:r>
            <a:r>
              <a:rPr lang="en-IN" sz="2400" dirty="0">
                <a:latin typeface="Times New Roman" panose="02020603050405020304" pitchFamily="18" charset="0"/>
                <a:cs typeface="Times New Roman" panose="02020603050405020304" pitchFamily="18" charset="0"/>
              </a:rPr>
              <a:t> Visual Studio Code </a:t>
            </a:r>
          </a:p>
          <a:p>
            <a:pPr lvl="0"/>
            <a:r>
              <a:rPr lang="en-IN" sz="2400" b="1" dirty="0">
                <a:latin typeface="Times New Roman" panose="02020603050405020304" pitchFamily="18" charset="0"/>
                <a:cs typeface="Times New Roman" panose="02020603050405020304" pitchFamily="18" charset="0"/>
              </a:rPr>
              <a:t>Browser:</a:t>
            </a:r>
            <a:r>
              <a:rPr lang="en-IN" sz="2400" dirty="0">
                <a:latin typeface="Times New Roman" panose="02020603050405020304" pitchFamily="18" charset="0"/>
                <a:cs typeface="Times New Roman" panose="02020603050405020304" pitchFamily="18" charset="0"/>
              </a:rPr>
              <a:t> Google Chrome / Microsoft Edge </a:t>
            </a:r>
          </a:p>
          <a:p>
            <a:pPr lvl="0"/>
            <a:r>
              <a:rPr lang="en-IN" sz="2400" b="1" dirty="0">
                <a:latin typeface="Times New Roman" panose="02020603050405020304" pitchFamily="18" charset="0"/>
                <a:cs typeface="Times New Roman" panose="02020603050405020304" pitchFamily="18" charset="0"/>
              </a:rPr>
              <a:t>Version Control:</a:t>
            </a:r>
            <a:r>
              <a:rPr lang="en-IN" sz="2400" dirty="0">
                <a:latin typeface="Times New Roman" panose="02020603050405020304" pitchFamily="18" charset="0"/>
                <a:cs typeface="Times New Roman" panose="02020603050405020304" pitchFamily="18" charset="0"/>
              </a:rPr>
              <a:t> Git and GitHub</a:t>
            </a:r>
          </a:p>
          <a:p>
            <a:pPr algn="just"/>
            <a:endParaRPr lang="en-US" altLang="en-US" sz="2400" dirty="0">
              <a:latin typeface="Times New Roman" panose="02020603050405020304" pitchFamily="18" charset="0"/>
              <a:cs typeface="Times New Roman" panose="02020603050405020304" pitchFamily="18" charset="0"/>
            </a:endParaRPr>
          </a:p>
          <a:p>
            <a:endParaRPr lang="en-US" altLang="en-US" sz="2400" dirty="0">
              <a:solidFill>
                <a:srgbClr val="0000FF"/>
              </a:solidFill>
            </a:endParaRPr>
          </a:p>
        </p:txBody>
      </p:sp>
      <p:sp>
        <p:nvSpPr>
          <p:cNvPr id="2" name="Date Placeholder 1">
            <a:extLst>
              <a:ext uri="{FF2B5EF4-FFF2-40B4-BE49-F238E27FC236}">
                <a16:creationId xmlns:a16="http://schemas.microsoft.com/office/drawing/2014/main" id="{9D5D7E81-CCFF-3FC6-B78C-D5A73B766F28}"/>
              </a:ext>
            </a:extLst>
          </p:cNvPr>
          <p:cNvSpPr>
            <a:spLocks noGrp="1"/>
          </p:cNvSpPr>
          <p:nvPr>
            <p:ph type="dt" sz="quarter" idx="10"/>
          </p:nvPr>
        </p:nvSpPr>
        <p:spPr/>
        <p:txBody>
          <a:bodyPr/>
          <a:lstStyle/>
          <a:p>
            <a:pPr>
              <a:defRPr/>
            </a:pPr>
            <a:fld id="{02A9E7BC-88D7-4AEC-8A80-D9F328442F02}" type="datetime3">
              <a:rPr lang="en-US"/>
              <a:pPr>
                <a:defRPr/>
              </a:pPr>
              <a:t>5 October 2026</a:t>
            </a:fld>
            <a:endParaRPr lang="en-US" dirty="0"/>
          </a:p>
        </p:txBody>
      </p:sp>
      <p:sp>
        <p:nvSpPr>
          <p:cNvPr id="4" name="Footer Placeholder 3">
            <a:extLst>
              <a:ext uri="{FF2B5EF4-FFF2-40B4-BE49-F238E27FC236}">
                <a16:creationId xmlns:a16="http://schemas.microsoft.com/office/drawing/2014/main" id="{440B7349-2349-006F-4C0B-9C278366A460}"/>
              </a:ext>
            </a:extLst>
          </p:cNvPr>
          <p:cNvSpPr>
            <a:spLocks noGrp="1"/>
          </p:cNvSpPr>
          <p:nvPr>
            <p:ph type="ftr" sz="quarter" idx="11"/>
          </p:nvPr>
        </p:nvSpPr>
        <p:spPr>
          <a:xfrm>
            <a:off x="2627313" y="4806950"/>
            <a:ext cx="5929312" cy="206375"/>
          </a:xfrm>
        </p:spPr>
        <p:txBody>
          <a:bodyPr/>
          <a:lstStyle/>
          <a:p>
            <a:pPr>
              <a:defRPr/>
            </a:pPr>
            <a:r>
              <a:rPr lang="en-US" dirty="0"/>
              <a:t>BATCH NO:          DEPARTMENT OF COMPUTER SCIENCE &amp; ENGINEERING </a:t>
            </a:r>
          </a:p>
        </p:txBody>
      </p:sp>
      <p:sp>
        <p:nvSpPr>
          <p:cNvPr id="17413" name="Slide Number Placeholder 3">
            <a:extLst>
              <a:ext uri="{FF2B5EF4-FFF2-40B4-BE49-F238E27FC236}">
                <a16:creationId xmlns:a16="http://schemas.microsoft.com/office/drawing/2014/main" id="{62100C78-4754-05BD-A3E8-CCEFC70F7F21}"/>
              </a:ext>
            </a:extLst>
          </p:cNvPr>
          <p:cNvSpPr>
            <a:spLocks noGrp="1" noChangeArrowheads="1"/>
          </p:cNvSpPr>
          <p:nvPr>
            <p:ph type="sldNum" sz="quarter" idx="12"/>
          </p:nvPr>
        </p:nvSpPr>
        <p:spPr bwMode="auto">
          <a:ln>
            <a:miter lim="800000"/>
            <a:headEnd/>
            <a:tailEnd/>
          </a:ln>
        </p:spPr>
        <p:txBody>
          <a:bodyPr>
            <a:norm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0000"/>
              </a:lnSpc>
            </a:pPr>
            <a:fld id="{0D7C1B3E-5B53-4464-A3E1-8964A4CD3C37}" type="slidenum">
              <a:rPr lang="en-US" altLang="en-US">
                <a:solidFill>
                  <a:srgbClr val="898989"/>
                </a:solidFill>
              </a:rPr>
              <a:pPr>
                <a:lnSpc>
                  <a:spcPct val="90000"/>
                </a:lnSpc>
              </a:pPr>
              <a:t>11</a:t>
            </a:fld>
            <a:endParaRPr lang="en-US" altLang="en-US">
              <a:solidFill>
                <a:srgbClr val="89898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1121D4-D633-BFBE-DA30-604CB62D3EED}"/>
              </a:ext>
            </a:extLst>
          </p:cNvPr>
          <p:cNvSpPr>
            <a:spLocks noGrp="1"/>
          </p:cNvSpPr>
          <p:nvPr>
            <p:ph type="dt" sz="half" idx="10"/>
          </p:nvPr>
        </p:nvSpPr>
        <p:spPr/>
        <p:txBody>
          <a:bodyPr/>
          <a:lstStyle/>
          <a:p>
            <a:pPr>
              <a:defRPr/>
            </a:pPr>
            <a:fld id="{C49B7835-F795-4624-819C-FE950E94E724}" type="datetime3">
              <a:rPr lang="en-US" smtClean="0"/>
              <a:pPr>
                <a:defRPr/>
              </a:pPr>
              <a:t>5 October 2026</a:t>
            </a:fld>
            <a:endParaRPr lang="en-US" dirty="0"/>
          </a:p>
        </p:txBody>
      </p:sp>
      <p:sp>
        <p:nvSpPr>
          <p:cNvPr id="3" name="Footer Placeholder 2">
            <a:extLst>
              <a:ext uri="{FF2B5EF4-FFF2-40B4-BE49-F238E27FC236}">
                <a16:creationId xmlns:a16="http://schemas.microsoft.com/office/drawing/2014/main" id="{D0FE4DB1-CBB1-1823-E977-2E2BBD8B0317}"/>
              </a:ext>
            </a:extLst>
          </p:cNvPr>
          <p:cNvSpPr>
            <a:spLocks noGrp="1"/>
          </p:cNvSpPr>
          <p:nvPr>
            <p:ph type="ftr" sz="quarter" idx="11"/>
          </p:nvPr>
        </p:nvSpPr>
        <p:spPr/>
        <p:txBody>
          <a:bodyPr/>
          <a:lstStyle/>
          <a:p>
            <a:pPr>
              <a:defRPr/>
            </a:pPr>
            <a:r>
              <a:rPr lang="en-US"/>
              <a:t>BATCH NO:          DEPARTMENT OF COMPUTER SCIENCE &amp; ENGINEERING </a:t>
            </a:r>
            <a:endParaRPr lang="en-US" dirty="0"/>
          </a:p>
        </p:txBody>
      </p:sp>
      <p:sp>
        <p:nvSpPr>
          <p:cNvPr id="4" name="Slide Number Placeholder 3">
            <a:extLst>
              <a:ext uri="{FF2B5EF4-FFF2-40B4-BE49-F238E27FC236}">
                <a16:creationId xmlns:a16="http://schemas.microsoft.com/office/drawing/2014/main" id="{7279636D-C794-9335-3D7F-DA6CC6AF4A53}"/>
              </a:ext>
            </a:extLst>
          </p:cNvPr>
          <p:cNvSpPr>
            <a:spLocks noGrp="1"/>
          </p:cNvSpPr>
          <p:nvPr>
            <p:ph type="sldNum" sz="quarter" idx="12"/>
          </p:nvPr>
        </p:nvSpPr>
        <p:spPr/>
        <p:txBody>
          <a:bodyPr/>
          <a:lstStyle/>
          <a:p>
            <a:fld id="{0C3313C4-DEB4-4CCF-86AE-3D5475050510}" type="slidenum">
              <a:rPr lang="en-US" altLang="en-US" smtClean="0"/>
              <a:pPr/>
              <a:t>12</a:t>
            </a:fld>
            <a:endParaRPr lang="en-US" altLang="en-US"/>
          </a:p>
        </p:txBody>
      </p:sp>
      <p:sp>
        <p:nvSpPr>
          <p:cNvPr id="6" name="TextBox 5">
            <a:extLst>
              <a:ext uri="{FF2B5EF4-FFF2-40B4-BE49-F238E27FC236}">
                <a16:creationId xmlns:a16="http://schemas.microsoft.com/office/drawing/2014/main" id="{072AD6DD-D7BB-501C-3907-F8719DF8BCE9}"/>
              </a:ext>
            </a:extLst>
          </p:cNvPr>
          <p:cNvSpPr txBox="1"/>
          <p:nvPr/>
        </p:nvSpPr>
        <p:spPr>
          <a:xfrm>
            <a:off x="386576" y="527825"/>
            <a:ext cx="8556701" cy="3693319"/>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Hardware Requirements:</a:t>
            </a:r>
          </a:p>
          <a:p>
            <a:endParaRPr lang="en-IN" sz="2400" b="1" dirty="0">
              <a:latin typeface="Times New Roman" panose="02020603050405020304" pitchFamily="18" charset="0"/>
              <a:cs typeface="Times New Roman" panose="02020603050405020304" pitchFamily="18" charset="0"/>
            </a:endParaRPr>
          </a:p>
          <a:p>
            <a:pPr lvl="0"/>
            <a:r>
              <a:rPr lang="en-IN" sz="2400" b="1" dirty="0">
                <a:latin typeface="Times New Roman" panose="02020603050405020304" pitchFamily="18" charset="0"/>
                <a:cs typeface="Times New Roman" panose="02020603050405020304" pitchFamily="18" charset="0"/>
              </a:rPr>
              <a:t>Processor:</a:t>
            </a:r>
            <a:r>
              <a:rPr lang="en-IN" sz="2400" dirty="0">
                <a:latin typeface="Times New Roman" panose="02020603050405020304" pitchFamily="18" charset="0"/>
                <a:cs typeface="Times New Roman" panose="02020603050405020304" pitchFamily="18" charset="0"/>
              </a:rPr>
              <a:t> Intel Core i3 or above </a:t>
            </a:r>
          </a:p>
          <a:p>
            <a:pPr lvl="0"/>
            <a:r>
              <a:rPr lang="en-IN" sz="2400" b="1" dirty="0">
                <a:latin typeface="Times New Roman" panose="02020603050405020304" pitchFamily="18" charset="0"/>
                <a:cs typeface="Times New Roman" panose="02020603050405020304" pitchFamily="18" charset="0"/>
              </a:rPr>
              <a:t>RAM:</a:t>
            </a:r>
            <a:r>
              <a:rPr lang="en-IN" sz="2400" dirty="0">
                <a:latin typeface="Times New Roman" panose="02020603050405020304" pitchFamily="18" charset="0"/>
                <a:cs typeface="Times New Roman" panose="02020603050405020304" pitchFamily="18" charset="0"/>
              </a:rPr>
              <a:t> Minimum 4 GB, recommended 8 GB </a:t>
            </a:r>
          </a:p>
          <a:p>
            <a:pPr lvl="0"/>
            <a:r>
              <a:rPr lang="en-IN" sz="2400" b="1" dirty="0">
                <a:latin typeface="Times New Roman" panose="02020603050405020304" pitchFamily="18" charset="0"/>
                <a:cs typeface="Times New Roman" panose="02020603050405020304" pitchFamily="18" charset="0"/>
              </a:rPr>
              <a:t>Storage:</a:t>
            </a:r>
            <a:r>
              <a:rPr lang="en-IN" sz="2400" dirty="0">
                <a:latin typeface="Times New Roman" panose="02020603050405020304" pitchFamily="18" charset="0"/>
                <a:cs typeface="Times New Roman" panose="02020603050405020304" pitchFamily="18" charset="0"/>
              </a:rPr>
              <a:t> Minimum 20 GB free space </a:t>
            </a:r>
          </a:p>
          <a:p>
            <a:pPr lvl="0"/>
            <a:r>
              <a:rPr lang="en-IN" sz="2400" b="1" dirty="0">
                <a:latin typeface="Times New Roman" panose="02020603050405020304" pitchFamily="18" charset="0"/>
                <a:cs typeface="Times New Roman" panose="02020603050405020304" pitchFamily="18" charset="0"/>
              </a:rPr>
              <a:t>Display:</a:t>
            </a:r>
            <a:r>
              <a:rPr lang="en-IN" sz="2400" dirty="0">
                <a:latin typeface="Times New Roman" panose="02020603050405020304" pitchFamily="18" charset="0"/>
                <a:cs typeface="Times New Roman" panose="02020603050405020304" pitchFamily="18" charset="0"/>
              </a:rPr>
              <a:t> 1366 × 768 resolution or higher </a:t>
            </a:r>
          </a:p>
          <a:p>
            <a:pPr lvl="0"/>
            <a:r>
              <a:rPr lang="en-IN" sz="2400" b="1" dirty="0">
                <a:latin typeface="Times New Roman" panose="02020603050405020304" pitchFamily="18" charset="0"/>
                <a:cs typeface="Times New Roman" panose="02020603050405020304" pitchFamily="18" charset="0"/>
              </a:rPr>
              <a:t>Input Devices:</a:t>
            </a:r>
            <a:r>
              <a:rPr lang="en-IN" sz="2400" dirty="0">
                <a:latin typeface="Times New Roman" panose="02020603050405020304" pitchFamily="18" charset="0"/>
                <a:cs typeface="Times New Roman" panose="02020603050405020304" pitchFamily="18" charset="0"/>
              </a:rPr>
              <a:t> Keyboard and Mouse </a:t>
            </a:r>
          </a:p>
          <a:p>
            <a:pPr lvl="0"/>
            <a:r>
              <a:rPr lang="en-IN" sz="2400" b="1" dirty="0">
                <a:latin typeface="Times New Roman" panose="02020603050405020304" pitchFamily="18" charset="0"/>
                <a:cs typeface="Times New Roman" panose="02020603050405020304" pitchFamily="18" charset="0"/>
              </a:rPr>
              <a:t>Network:</a:t>
            </a:r>
            <a:r>
              <a:rPr lang="en-IN" sz="2400" dirty="0">
                <a:latin typeface="Times New Roman" panose="02020603050405020304" pitchFamily="18" charset="0"/>
                <a:cs typeface="Times New Roman" panose="02020603050405020304" pitchFamily="18" charset="0"/>
              </a:rPr>
              <a:t> Wi-Fi or Ethernet connection </a:t>
            </a:r>
          </a:p>
          <a:p>
            <a:pPr lvl="0"/>
            <a:r>
              <a:rPr lang="en-IN" sz="2400" b="1" dirty="0">
                <a:latin typeface="Times New Roman" panose="02020603050405020304" pitchFamily="18" charset="0"/>
                <a:cs typeface="Times New Roman" panose="02020603050405020304" pitchFamily="18" charset="0"/>
              </a:rPr>
              <a:t>Server:</a:t>
            </a:r>
            <a:r>
              <a:rPr lang="en-IN" sz="2400" dirty="0">
                <a:latin typeface="Times New Roman" panose="02020603050405020304" pitchFamily="18" charset="0"/>
                <a:cs typeface="Times New Roman" panose="02020603050405020304" pitchFamily="18" charset="0"/>
              </a:rPr>
              <a:t> Minimum 4 GB RAM with sufficient storage</a:t>
            </a:r>
          </a:p>
          <a:p>
            <a:endParaRPr lang="en-IN" dirty="0"/>
          </a:p>
        </p:txBody>
      </p:sp>
    </p:spTree>
    <p:extLst>
      <p:ext uri="{BB962C8B-B14F-4D97-AF65-F5344CB8AC3E}">
        <p14:creationId xmlns:p14="http://schemas.microsoft.com/office/powerpoint/2010/main" val="39101468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382786F3-AC37-FA59-418E-F7BA089371EA}"/>
              </a:ext>
            </a:extLst>
          </p:cNvPr>
          <p:cNvSpPr>
            <a:spLocks noGrp="1" noChangeArrowheads="1"/>
          </p:cNvSpPr>
          <p:nvPr>
            <p:ph type="title"/>
          </p:nvPr>
        </p:nvSpPr>
        <p:spPr>
          <a:xfrm>
            <a:off x="457200" y="217487"/>
            <a:ext cx="8229600" cy="857250"/>
          </a:xfrm>
        </p:spPr>
        <p:txBody>
          <a:bodyPr/>
          <a:lstStyle/>
          <a:p>
            <a:r>
              <a:rPr lang="en-US" altLang="en-US" dirty="0">
                <a:solidFill>
                  <a:srgbClr val="FFC000"/>
                </a:solidFill>
              </a:rPr>
              <a:t> </a:t>
            </a:r>
            <a:r>
              <a:rPr lang="en-US" altLang="en-US" sz="2400" b="1" dirty="0">
                <a:latin typeface="Times New Roman" panose="02020603050405020304" pitchFamily="18" charset="0"/>
                <a:cs typeface="Times New Roman" panose="02020603050405020304" pitchFamily="18" charset="0"/>
              </a:rPr>
              <a:t>Implementation Plan/Timeline</a:t>
            </a:r>
          </a:p>
        </p:txBody>
      </p:sp>
      <p:sp>
        <p:nvSpPr>
          <p:cNvPr id="13315" name="Rectangle 3">
            <a:extLst>
              <a:ext uri="{FF2B5EF4-FFF2-40B4-BE49-F238E27FC236}">
                <a16:creationId xmlns:a16="http://schemas.microsoft.com/office/drawing/2014/main" id="{035FF742-0761-F491-BF76-301985D3284B}"/>
              </a:ext>
            </a:extLst>
          </p:cNvPr>
          <p:cNvSpPr>
            <a:spLocks noGrp="1"/>
          </p:cNvSpPr>
          <p:nvPr>
            <p:ph idx="1"/>
          </p:nvPr>
        </p:nvSpPr>
        <p:spPr>
          <a:xfrm>
            <a:off x="220663" y="1200150"/>
            <a:ext cx="8229600" cy="3297238"/>
          </a:xfrm>
        </p:spPr>
        <p:txBody>
          <a:bodyPr/>
          <a:lstStyle/>
          <a:p>
            <a:pPr algn="just"/>
            <a:endParaRPr lang="en-US" altLang="en-US" sz="2400">
              <a:latin typeface="Times New Roman" panose="02020603050405020304" pitchFamily="18" charset="0"/>
              <a:cs typeface="Times New Roman" panose="02020603050405020304" pitchFamily="18" charset="0"/>
            </a:endParaRPr>
          </a:p>
          <a:p>
            <a:endParaRPr lang="en-US" altLang="en-US" sz="2400">
              <a:solidFill>
                <a:srgbClr val="0000FF"/>
              </a:solidFill>
            </a:endParaRPr>
          </a:p>
        </p:txBody>
      </p:sp>
      <p:sp>
        <p:nvSpPr>
          <p:cNvPr id="2" name="Date Placeholder 1">
            <a:extLst>
              <a:ext uri="{FF2B5EF4-FFF2-40B4-BE49-F238E27FC236}">
                <a16:creationId xmlns:a16="http://schemas.microsoft.com/office/drawing/2014/main" id="{70C5CEBC-3B90-51FA-2248-A99ED7BE0530}"/>
              </a:ext>
            </a:extLst>
          </p:cNvPr>
          <p:cNvSpPr>
            <a:spLocks noGrp="1"/>
          </p:cNvSpPr>
          <p:nvPr>
            <p:ph type="dt" sz="quarter" idx="10"/>
          </p:nvPr>
        </p:nvSpPr>
        <p:spPr/>
        <p:txBody>
          <a:bodyPr/>
          <a:lstStyle/>
          <a:p>
            <a:pPr>
              <a:defRPr/>
            </a:pPr>
            <a:fld id="{758B3E99-CB2E-425E-8CED-51697BF29159}" type="datetime3">
              <a:rPr lang="en-US"/>
              <a:pPr>
                <a:defRPr/>
              </a:pPr>
              <a:t>5 October 2026</a:t>
            </a:fld>
            <a:endParaRPr lang="en-US" dirty="0"/>
          </a:p>
        </p:txBody>
      </p:sp>
      <p:sp>
        <p:nvSpPr>
          <p:cNvPr id="4" name="Footer Placeholder 3">
            <a:extLst>
              <a:ext uri="{FF2B5EF4-FFF2-40B4-BE49-F238E27FC236}">
                <a16:creationId xmlns:a16="http://schemas.microsoft.com/office/drawing/2014/main" id="{C3A1CB3F-A5FA-3E2C-5FC8-1F7ECFF7B27A}"/>
              </a:ext>
            </a:extLst>
          </p:cNvPr>
          <p:cNvSpPr>
            <a:spLocks noGrp="1"/>
          </p:cNvSpPr>
          <p:nvPr>
            <p:ph type="ftr" sz="quarter" idx="11"/>
          </p:nvPr>
        </p:nvSpPr>
        <p:spPr>
          <a:xfrm>
            <a:off x="2620963" y="4787900"/>
            <a:ext cx="5970587" cy="206375"/>
          </a:xfrm>
        </p:spPr>
        <p:txBody>
          <a:bodyPr/>
          <a:lstStyle/>
          <a:p>
            <a:pPr>
              <a:defRPr/>
            </a:pPr>
            <a:r>
              <a:rPr lang="en-US" dirty="0"/>
              <a:t>BATCH NO:          DEPARTMENT OF COMPUTER SCIENCE &amp; ENGINEERING </a:t>
            </a:r>
          </a:p>
        </p:txBody>
      </p:sp>
      <p:sp>
        <p:nvSpPr>
          <p:cNvPr id="17413" name="Slide Number Placeholder 3">
            <a:extLst>
              <a:ext uri="{FF2B5EF4-FFF2-40B4-BE49-F238E27FC236}">
                <a16:creationId xmlns:a16="http://schemas.microsoft.com/office/drawing/2014/main" id="{6A29C4A0-20B4-860F-FEE2-5C23AB150597}"/>
              </a:ext>
            </a:extLst>
          </p:cNvPr>
          <p:cNvSpPr>
            <a:spLocks noGrp="1" noChangeArrowheads="1"/>
          </p:cNvSpPr>
          <p:nvPr>
            <p:ph type="sldNum" sz="quarter" idx="12"/>
          </p:nvPr>
        </p:nvSpPr>
        <p:spPr bwMode="auto">
          <a:ln>
            <a:miter lim="800000"/>
            <a:headEnd/>
            <a:tailEnd/>
          </a:ln>
        </p:spPr>
        <p:txBody>
          <a:bodyPr>
            <a:norm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0000"/>
              </a:lnSpc>
            </a:pPr>
            <a:fld id="{5F4E9850-2E12-4D57-A72B-60821366EB19}" type="slidenum">
              <a:rPr lang="en-US" altLang="en-US">
                <a:solidFill>
                  <a:srgbClr val="898989"/>
                </a:solidFill>
              </a:rPr>
              <a:pPr>
                <a:lnSpc>
                  <a:spcPct val="90000"/>
                </a:lnSpc>
              </a:pPr>
              <a:t>13</a:t>
            </a:fld>
            <a:endParaRPr lang="en-US" altLang="en-US">
              <a:solidFill>
                <a:srgbClr val="898989"/>
              </a:solidFill>
            </a:endParaRPr>
          </a:p>
        </p:txBody>
      </p:sp>
      <p:sp>
        <p:nvSpPr>
          <p:cNvPr id="5" name="Rectangle 4">
            <a:extLst>
              <a:ext uri="{FF2B5EF4-FFF2-40B4-BE49-F238E27FC236}">
                <a16:creationId xmlns:a16="http://schemas.microsoft.com/office/drawing/2014/main" id="{3CDC349F-73F5-4132-7C2A-4340DADDBD0F}"/>
              </a:ext>
            </a:extLst>
          </p:cNvPr>
          <p:cNvSpPr/>
          <p:nvPr/>
        </p:nvSpPr>
        <p:spPr>
          <a:xfrm>
            <a:off x="295004" y="1552962"/>
            <a:ext cx="7711572" cy="2428870"/>
          </a:xfrm>
          <a:prstGeom prst="rect">
            <a:avLst/>
          </a:prstGeom>
        </p:spPr>
        <p:txBody>
          <a:bodyPr wrap="square">
            <a:spAutoFit/>
          </a:bodyPr>
          <a:lstStyle/>
          <a:p>
            <a:pPr fontAlgn="auto">
              <a:lnSpc>
                <a:spcPts val="3079"/>
              </a:lnSpc>
              <a:spcAft>
                <a:spcPts val="0"/>
              </a:spcAft>
              <a:defRPr/>
            </a:pPr>
            <a:r>
              <a:rPr lang="en-US" b="1" dirty="0">
                <a:solidFill>
                  <a:srgbClr val="000000"/>
                </a:solidFill>
                <a:latin typeface="Times New Roman" pitchFamily="18" charset="0"/>
                <a:ea typeface="Open Sans Extra Bold"/>
                <a:cs typeface="Times New Roman" pitchFamily="18" charset="0"/>
                <a:sym typeface="Open Sans Extra Bold"/>
              </a:rPr>
              <a:t>Key Milestones:</a:t>
            </a:r>
          </a:p>
          <a:p>
            <a:pPr marL="285750" indent="-285750" fontAlgn="auto">
              <a:lnSpc>
                <a:spcPct val="100000"/>
              </a:lnSpc>
              <a:spcAft>
                <a:spcPts val="0"/>
              </a:spcAft>
              <a:buFont typeface="Arial" pitchFamily="34" charset="0"/>
              <a:buChar char="•"/>
              <a:defRPr/>
            </a:pPr>
            <a:r>
              <a:rPr lang="en-US" b="1" dirty="0">
                <a:solidFill>
                  <a:srgbClr val="000000"/>
                </a:solidFill>
                <a:latin typeface="Times New Roman" pitchFamily="18" charset="0"/>
                <a:ea typeface="Open Sans Extra Bold"/>
                <a:cs typeface="Times New Roman" pitchFamily="18" charset="0"/>
                <a:sym typeface="Open Sans Extra Bold"/>
              </a:rPr>
              <a:t>Week 1-2:</a:t>
            </a:r>
            <a:r>
              <a:rPr lang="en-IN" dirty="0">
                <a:latin typeface="Times New Roman" panose="02020603050405020304" pitchFamily="18" charset="0"/>
                <a:cs typeface="Times New Roman" panose="02020603050405020304" pitchFamily="18" charset="0"/>
              </a:rPr>
              <a:t>Requirement analysis, problem identification, literature survey, and system design.</a:t>
            </a:r>
            <a:endParaRPr lang="en-US" b="1" dirty="0">
              <a:solidFill>
                <a:srgbClr val="000000"/>
              </a:solidFill>
              <a:latin typeface="Times New Roman" pitchFamily="18" charset="0"/>
              <a:ea typeface="Open Sans Extra Bold"/>
              <a:cs typeface="Times New Roman" pitchFamily="18" charset="0"/>
              <a:sym typeface="Open Sans Extra Bold"/>
            </a:endParaRPr>
          </a:p>
          <a:p>
            <a:pPr marL="285750" indent="-285750" fontAlgn="auto">
              <a:lnSpc>
                <a:spcPct val="100000"/>
              </a:lnSpc>
              <a:spcAft>
                <a:spcPts val="0"/>
              </a:spcAft>
              <a:buFont typeface="Arial" pitchFamily="34" charset="0"/>
              <a:buChar char="•"/>
              <a:defRPr/>
            </a:pPr>
            <a:r>
              <a:rPr lang="en-US" b="1" dirty="0">
                <a:solidFill>
                  <a:srgbClr val="000000"/>
                </a:solidFill>
                <a:latin typeface="Times New Roman" pitchFamily="18" charset="0"/>
                <a:ea typeface="Open Sans Extra Bold"/>
                <a:cs typeface="Times New Roman" pitchFamily="18" charset="0"/>
                <a:sym typeface="Open Sans Extra Bold"/>
              </a:rPr>
              <a:t>Week 3-4: </a:t>
            </a:r>
            <a:r>
              <a:rPr lang="en-IN" dirty="0">
                <a:latin typeface="Times New Roman" panose="02020603050405020304" pitchFamily="18" charset="0"/>
                <a:cs typeface="Times New Roman" panose="02020603050405020304" pitchFamily="18" charset="0"/>
              </a:rPr>
              <a:t>UI/UX design, database design, and frontend development.</a:t>
            </a:r>
            <a:endParaRPr lang="en-US" b="1" dirty="0">
              <a:solidFill>
                <a:srgbClr val="000000"/>
              </a:solidFill>
              <a:latin typeface="Times New Roman" pitchFamily="18" charset="0"/>
              <a:ea typeface="Open Sans Extra Bold"/>
              <a:cs typeface="Times New Roman" pitchFamily="18" charset="0"/>
              <a:sym typeface="Open Sans Extra Bold"/>
            </a:endParaRPr>
          </a:p>
          <a:p>
            <a:pPr marL="285750" indent="-285750" fontAlgn="auto">
              <a:lnSpc>
                <a:spcPct val="100000"/>
              </a:lnSpc>
              <a:spcAft>
                <a:spcPts val="0"/>
              </a:spcAft>
              <a:buFont typeface="Arial" pitchFamily="34" charset="0"/>
              <a:buChar char="•"/>
              <a:defRPr/>
            </a:pPr>
            <a:r>
              <a:rPr lang="en-US" b="1" dirty="0">
                <a:solidFill>
                  <a:srgbClr val="000000"/>
                </a:solidFill>
                <a:latin typeface="Times New Roman" pitchFamily="18" charset="0"/>
                <a:ea typeface="Open Sans Extra Bold"/>
                <a:cs typeface="Times New Roman" pitchFamily="18" charset="0"/>
                <a:sym typeface="Open Sans Extra Bold"/>
              </a:rPr>
              <a:t>Week 5-6:</a:t>
            </a:r>
            <a:r>
              <a:rPr lang="en-IN" dirty="0">
                <a:latin typeface="Times New Roman" panose="02020603050405020304" pitchFamily="18" charset="0"/>
                <a:cs typeface="Times New Roman" panose="02020603050405020304" pitchFamily="18" charset="0"/>
              </a:rPr>
              <a:t>Backend development, complaint management, user authentication, and database integration.</a:t>
            </a:r>
            <a:endParaRPr lang="en-US" b="1" dirty="0">
              <a:solidFill>
                <a:srgbClr val="000000"/>
              </a:solidFill>
              <a:latin typeface="Times New Roman" pitchFamily="18" charset="0"/>
              <a:ea typeface="Open Sans Extra Bold"/>
              <a:cs typeface="Times New Roman" pitchFamily="18" charset="0"/>
              <a:sym typeface="Open Sans Extra Bold"/>
            </a:endParaRPr>
          </a:p>
          <a:p>
            <a:pPr marL="285750" indent="-285750" fontAlgn="auto">
              <a:lnSpc>
                <a:spcPct val="100000"/>
              </a:lnSpc>
              <a:spcAft>
                <a:spcPts val="0"/>
              </a:spcAft>
              <a:buFont typeface="Arial" pitchFamily="34" charset="0"/>
              <a:buChar char="•"/>
              <a:defRPr/>
            </a:pPr>
            <a:r>
              <a:rPr lang="en-US" b="1" dirty="0">
                <a:solidFill>
                  <a:srgbClr val="000000"/>
                </a:solidFill>
                <a:latin typeface="Times New Roman" pitchFamily="18" charset="0"/>
                <a:ea typeface="Open Sans Extra Bold"/>
                <a:cs typeface="Times New Roman" pitchFamily="18" charset="0"/>
                <a:sym typeface="Open Sans Extra Bold"/>
              </a:rPr>
              <a:t>Week 7-8: </a:t>
            </a:r>
            <a:r>
              <a:rPr lang="en-IN" dirty="0">
                <a:latin typeface="Times New Roman" panose="02020603050405020304" pitchFamily="18" charset="0"/>
                <a:cs typeface="Times New Roman" panose="02020603050405020304" pitchFamily="18" charset="0"/>
              </a:rPr>
              <a:t>System testing, bug fixing, deployment, documentation, and final presentation.</a:t>
            </a:r>
            <a:endParaRPr lang="en-US" b="1" dirty="0">
              <a:solidFill>
                <a:srgbClr val="000000"/>
              </a:solidFill>
              <a:latin typeface="Times New Roman" panose="02020603050405020304" pitchFamily="18" charset="0"/>
              <a:ea typeface="Open Sans Extra Bold"/>
              <a:cs typeface="Times New Roman" pitchFamily="18" charset="0"/>
              <a:sym typeface="Open Sans Extra Bo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1BE7F5E9-5B6C-4909-3038-01DC69E3993C}"/>
              </a:ext>
            </a:extLst>
          </p:cNvPr>
          <p:cNvSpPr>
            <a:spLocks noGrp="1"/>
          </p:cNvSpPr>
          <p:nvPr>
            <p:ph idx="1"/>
          </p:nvPr>
        </p:nvSpPr>
        <p:spPr>
          <a:xfrm>
            <a:off x="457200" y="790575"/>
            <a:ext cx="8229600" cy="3394075"/>
          </a:xfrm>
        </p:spPr>
        <p:txBody>
          <a:bodyPr/>
          <a:lstStyle/>
          <a:p>
            <a:pPr marL="117475" indent="0" algn="ctr">
              <a:buFont typeface="Arial" panose="020B0604020202020204" pitchFamily="34" charset="0"/>
              <a:buNone/>
            </a:pPr>
            <a:endParaRPr lang="en-US" altLang="en-US" b="1"/>
          </a:p>
          <a:p>
            <a:pPr marL="117475" indent="0" algn="ctr">
              <a:buFont typeface="Arial" panose="020B0604020202020204" pitchFamily="34" charset="0"/>
              <a:buNone/>
            </a:pPr>
            <a:endParaRPr lang="en-US" altLang="en-US" b="1"/>
          </a:p>
          <a:p>
            <a:pPr marL="117475" indent="0" algn="ctr">
              <a:buFont typeface="Arial" panose="020B0604020202020204" pitchFamily="34" charset="0"/>
              <a:buNone/>
            </a:pPr>
            <a:r>
              <a:rPr lang="en-US" altLang="en-US" sz="2400" b="1">
                <a:latin typeface="Times New Roman" panose="02020603050405020304" pitchFamily="18" charset="0"/>
                <a:cs typeface="Times New Roman" panose="02020603050405020304" pitchFamily="18" charset="0"/>
              </a:rPr>
              <a:t>THANK YOU</a:t>
            </a:r>
            <a:endParaRPr lang="en-IN" altLang="en-US" sz="2400" b="1">
              <a:latin typeface="Times New Roman" panose="02020603050405020304" pitchFamily="18" charset="0"/>
              <a:cs typeface="Times New Roman" panose="02020603050405020304" pitchFamily="18" charset="0"/>
            </a:endParaRPr>
          </a:p>
        </p:txBody>
      </p:sp>
      <p:sp>
        <p:nvSpPr>
          <p:cNvPr id="6" name="Date Placeholder 5">
            <a:extLst>
              <a:ext uri="{FF2B5EF4-FFF2-40B4-BE49-F238E27FC236}">
                <a16:creationId xmlns:a16="http://schemas.microsoft.com/office/drawing/2014/main" id="{C8581A8B-0A6C-7418-4366-0B0051BC9B0C}"/>
              </a:ext>
            </a:extLst>
          </p:cNvPr>
          <p:cNvSpPr>
            <a:spLocks noGrp="1"/>
          </p:cNvSpPr>
          <p:nvPr>
            <p:ph type="dt" sz="quarter" idx="10"/>
          </p:nvPr>
        </p:nvSpPr>
        <p:spPr/>
        <p:txBody>
          <a:bodyPr/>
          <a:lstStyle/>
          <a:p>
            <a:pPr>
              <a:defRPr/>
            </a:pPr>
            <a:fld id="{5AC31F9E-9B9F-4BF0-AFD1-DE8B874A094F}" type="datetime3">
              <a:rPr lang="en-US"/>
              <a:pPr>
                <a:defRPr/>
              </a:pPr>
              <a:t>5 October 2026</a:t>
            </a:fld>
            <a:endParaRPr lang="en-US" dirty="0"/>
          </a:p>
        </p:txBody>
      </p:sp>
      <p:sp>
        <p:nvSpPr>
          <p:cNvPr id="8" name="Footer Placeholder 7">
            <a:extLst>
              <a:ext uri="{FF2B5EF4-FFF2-40B4-BE49-F238E27FC236}">
                <a16:creationId xmlns:a16="http://schemas.microsoft.com/office/drawing/2014/main" id="{54FA8396-C334-ECBC-A6F2-926BEA14E05C}"/>
              </a:ext>
            </a:extLst>
          </p:cNvPr>
          <p:cNvSpPr>
            <a:spLocks noGrp="1"/>
          </p:cNvSpPr>
          <p:nvPr>
            <p:ph type="ftr" sz="quarter" idx="11"/>
          </p:nvPr>
        </p:nvSpPr>
        <p:spPr>
          <a:xfrm>
            <a:off x="2043113" y="4857750"/>
            <a:ext cx="6105525" cy="206375"/>
          </a:xfrm>
        </p:spPr>
        <p:txBody>
          <a:bodyPr/>
          <a:lstStyle/>
          <a:p>
            <a:pPr>
              <a:defRPr/>
            </a:pPr>
            <a:r>
              <a:rPr lang="en-US"/>
              <a:t>BATCH NO:          DEPARTMENT OF COMPUTER SCIENCE &amp; ENGINEERING </a:t>
            </a:r>
            <a:endParaRPr lang="en-US" dirty="0"/>
          </a:p>
        </p:txBody>
      </p:sp>
      <p:sp>
        <p:nvSpPr>
          <p:cNvPr id="5" name="Slide Number Placeholder 4">
            <a:extLst>
              <a:ext uri="{FF2B5EF4-FFF2-40B4-BE49-F238E27FC236}">
                <a16:creationId xmlns:a16="http://schemas.microsoft.com/office/drawing/2014/main" id="{F61DB611-B144-C66A-0E32-9AB1870B41BF}"/>
              </a:ext>
            </a:extLst>
          </p:cNvPr>
          <p:cNvSpPr>
            <a:spLocks noGrp="1"/>
          </p:cNvSpPr>
          <p:nvPr>
            <p:ph type="sldNum" sz="quarter" idx="12"/>
          </p:nvPr>
        </p:nvSpPr>
        <p:spPr/>
        <p:txBody>
          <a:bodyPr>
            <a:norm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0000"/>
              </a:lnSpc>
            </a:pPr>
            <a:fld id="{44D2FCD8-A23B-4EA5-ABA1-4CCDE8C40576}" type="slidenum">
              <a:rPr lang="en-US" altLang="en-US">
                <a:solidFill>
                  <a:srgbClr val="898989"/>
                </a:solidFill>
              </a:rPr>
              <a:pPr>
                <a:lnSpc>
                  <a:spcPct val="90000"/>
                </a:lnSpc>
              </a:pPr>
              <a:t>14</a:t>
            </a:fld>
            <a:endParaRPr lang="en-US" altLang="en-US">
              <a:solidFill>
                <a:srgbClr val="898989"/>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415</TotalTime>
  <Words>1042</Words>
  <Application>Microsoft Office PowerPoint</Application>
  <PresentationFormat>On-screen Show (16:9)</PresentationFormat>
  <Paragraphs>159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Open Sans Extra Bold</vt:lpstr>
      <vt:lpstr>Poppins Bold</vt:lpstr>
      <vt:lpstr>Times New Roman</vt:lpstr>
      <vt:lpstr>Office Theme</vt:lpstr>
      <vt:lpstr>PowerPoint Presentation</vt:lpstr>
      <vt:lpstr>Hostel Complaint Management System</vt:lpstr>
      <vt:lpstr>Introduction</vt:lpstr>
      <vt:lpstr>Introduction</vt:lpstr>
      <vt:lpstr>Introduction</vt:lpstr>
      <vt:lpstr>Literature Survey </vt:lpstr>
      <vt:lpstr>Problem Statement</vt:lpstr>
      <vt:lpstr>Proposed Methodology</vt:lpstr>
      <vt:lpstr>Proposed System Architecture</vt:lpstr>
      <vt:lpstr>Summary of Module -1  </vt:lpstr>
      <vt:lpstr>Software &amp; Hardware Requirements  Specification </vt:lpstr>
      <vt:lpstr>PowerPoint Presentation</vt:lpstr>
      <vt:lpstr> Implementation Plan/Timeline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Pindipolu Laxmi narasimha</cp:lastModifiedBy>
  <cp:revision>34</cp:revision>
  <dcterms:modified xsi:type="dcterms:W3CDTF">2026-10-05T09:47:07Z</dcterms:modified>
</cp:coreProperties>
</file>